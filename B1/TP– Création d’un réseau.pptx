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notesSlides/notesSlide13.xml" ContentType="application/vnd.openxmlformats-officedocument.presentationml.notesSlide+xml"/>
  <Override PartName="/ppt/ink/ink5.xml" ContentType="application/inkml+xml"/>
  <Override PartName="/ppt/ink/ink6.xml" ContentType="application/inkml+xml"/>
  <Override PartName="/ppt/ink/ink7.xml" ContentType="application/inkml+xml"/>
  <Override PartName="/ppt/ink/ink8.xml" ContentType="application/inkml+xml"/>
  <Override PartName="/ppt/ink/ink9.xml" ContentType="application/inkml+xml"/>
  <Override PartName="/ppt/notesSlides/notesSlide14.xml" ContentType="application/vnd.openxmlformats-officedocument.presentationml.notesSlide+xml"/>
  <Override PartName="/ppt/ink/ink10.xml" ContentType="application/inkml+xml"/>
  <Override PartName="/ppt/ink/ink11.xml" ContentType="application/inkml+xml"/>
  <Override PartName="/ppt/ink/ink12.xml" ContentType="application/inkml+xml"/>
  <Override PartName="/ppt/ink/ink13.xml" ContentType="application/inkml+xml"/>
  <Override PartName="/ppt/ink/ink14.xml" ContentType="application/inkml+xml"/>
  <Override PartName="/ppt/notesSlides/notesSlide15.xml" ContentType="application/vnd.openxmlformats-officedocument.presentationml.notesSlide+xml"/>
  <Override PartName="/ppt/ink/ink15.xml" ContentType="application/inkml+xml"/>
  <Override PartName="/ppt/ink/ink16.xml" ContentType="application/inkml+xml"/>
  <Override PartName="/ppt/ink/ink17.xml" ContentType="application/inkml+xml"/>
  <Override PartName="/ppt/ink/ink18.xml" ContentType="application/inkml+xml"/>
  <Override PartName="/ppt/ink/ink19.xml" ContentType="application/inkml+xml"/>
  <Override PartName="/ppt/notesSlides/notesSlide16.xml" ContentType="application/vnd.openxmlformats-officedocument.presentationml.notesSlide+xml"/>
  <Override PartName="/ppt/ink/ink20.xml" ContentType="application/inkml+xml"/>
  <Override PartName="/ppt/ink/ink21.xml" ContentType="application/inkml+xml"/>
  <Override PartName="/ppt/ink/ink22.xml" ContentType="application/inkml+xml"/>
  <Override PartName="/ppt/ink/ink23.xml" ContentType="application/inkml+xml"/>
  <Override PartName="/ppt/ink/ink24.xml" ContentType="application/inkml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ink/ink25.xml" ContentType="application/inkml+xml"/>
  <Override PartName="/ppt/ink/ink26.xml" ContentType="application/inkml+xml"/>
  <Override PartName="/ppt/ink/ink27.xml" ContentType="application/inkml+xml"/>
  <Override PartName="/ppt/ink/ink28.xml" ContentType="application/inkml+xml"/>
  <Override PartName="/ppt/ink/ink29.xml" ContentType="application/inkml+xml"/>
  <Override PartName="/ppt/notesSlides/notesSlide19.xml" ContentType="application/vnd.openxmlformats-officedocument.presentationml.notesSlide+xml"/>
  <Override PartName="/ppt/ink/ink30.xml" ContentType="application/inkml+xml"/>
  <Override PartName="/ppt/ink/ink31.xml" ContentType="application/inkml+xml"/>
  <Override PartName="/ppt/ink/ink32.xml" ContentType="application/inkml+xml"/>
  <Override PartName="/ppt/ink/ink33.xml" ContentType="application/inkml+xml"/>
  <Override PartName="/ppt/ink/ink34.xml" ContentType="application/inkml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4"/>
  </p:sldMasterIdLst>
  <p:notesMasterIdLst>
    <p:notesMasterId r:id="rId24"/>
  </p:notesMasterIdLst>
  <p:handoutMasterIdLst>
    <p:handoutMasterId r:id="rId25"/>
  </p:handoutMasterIdLst>
  <p:sldIdLst>
    <p:sldId id="256" r:id="rId5"/>
    <p:sldId id="257" r:id="rId6"/>
    <p:sldId id="286" r:id="rId7"/>
    <p:sldId id="324" r:id="rId8"/>
    <p:sldId id="325" r:id="rId9"/>
    <p:sldId id="326" r:id="rId10"/>
    <p:sldId id="327" r:id="rId11"/>
    <p:sldId id="328" r:id="rId12"/>
    <p:sldId id="300" r:id="rId13"/>
    <p:sldId id="290" r:id="rId14"/>
    <p:sldId id="319" r:id="rId15"/>
    <p:sldId id="320" r:id="rId16"/>
    <p:sldId id="321" r:id="rId17"/>
    <p:sldId id="322" r:id="rId18"/>
    <p:sldId id="323" r:id="rId19"/>
    <p:sldId id="329" r:id="rId20"/>
    <p:sldId id="301" r:id="rId21"/>
    <p:sldId id="331" r:id="rId22"/>
    <p:sldId id="330" r:id="rId23"/>
  </p:sldIdLst>
  <p:sldSz cx="12192000" cy="6858000"/>
  <p:notesSz cx="6858000" cy="9144000"/>
  <p:defaultTextStyle>
    <a:defPPr rtl="0">
      <a:defRPr lang="fr-FR"/>
    </a:defPPr>
    <a:lvl1pPr marL="0" algn="l" defTabSz="914400" rtl="0" eaLnBrk="1" latinLnBrk="0" hangingPunct="1">
      <a:defRPr lang="fr-FR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lang="fr-FR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lang="fr-FR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lang="fr-FR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lang="fr-FR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lang="fr-FR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lang="fr-FR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lang="fr-FR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lang="fr-FR"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00000000-0000-0000-0000-000000000000}" name="Author" initials="A" userId="Author" providerId="AD"/>
</p188:authorLst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4" name="Auteur" initials="A" lastIdx="0" clrIdx="3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8593A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69012ECD-51FC-41F1-AA8D-1B2483CD663E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838" autoAdjust="0"/>
    <p:restoredTop sz="95646" autoAdjust="0"/>
  </p:normalViewPr>
  <p:slideViewPr>
    <p:cSldViewPr snapToGrid="0">
      <p:cViewPr>
        <p:scale>
          <a:sx n="96" d="100"/>
          <a:sy n="96" d="100"/>
        </p:scale>
        <p:origin x="1158" y="300"/>
      </p:cViewPr>
      <p:guideLst/>
    </p:cSldViewPr>
  </p:slideViewPr>
  <p:outlineViewPr>
    <p:cViewPr>
      <p:scale>
        <a:sx n="33" d="100"/>
        <a:sy n="33" d="100"/>
      </p:scale>
      <p:origin x="0" y="-5760"/>
    </p:cViewPr>
  </p:outlineViewPr>
  <p:notesTextViewPr>
    <p:cViewPr>
      <p:scale>
        <a:sx n="1" d="1"/>
        <a:sy n="1" d="1"/>
      </p:scale>
      <p:origin x="0" y="0"/>
    </p:cViewPr>
  </p:notesTextViewPr>
  <p:sorterViewPr>
    <p:cViewPr varScale="1">
      <p:scale>
        <a:sx n="100" d="100"/>
        <a:sy n="100" d="100"/>
      </p:scale>
      <p:origin x="0" y="-7325"/>
    </p:cViewPr>
  </p:sorterViewPr>
  <p:notesViewPr>
    <p:cSldViewPr snapToGrid="0">
      <p:cViewPr varScale="1">
        <p:scale>
          <a:sx n="97" d="100"/>
          <a:sy n="97" d="100"/>
        </p:scale>
        <p:origin x="2868" y="78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commentAuthors" Target="commentAuthors.xml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handoutMaster" Target="handoutMasters/handoutMaster1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theme" Target="theme/theme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notesMaster" Target="notesMasters/notesMaster1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viewProps" Target="viewProps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microsoft.com/office/2018/10/relationships/authors" Target="author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’en-tête 1">
            <a:extLst>
              <a:ext uri="{FF2B5EF4-FFF2-40B4-BE49-F238E27FC236}">
                <a16:creationId xmlns:a16="http://schemas.microsoft.com/office/drawing/2014/main" id="{7FB8B65A-D69F-C26C-B67E-036EF77BF1FA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lang="fr-FR" sz="1200"/>
            </a:lvl1pPr>
          </a:lstStyle>
          <a:p>
            <a:pPr rtl="0"/>
            <a:endParaRPr lang="fr-FR" dirty="0"/>
          </a:p>
        </p:txBody>
      </p:sp>
      <p:sp>
        <p:nvSpPr>
          <p:cNvPr id="3" name="Espace réservé de la date 2">
            <a:extLst>
              <a:ext uri="{FF2B5EF4-FFF2-40B4-BE49-F238E27FC236}">
                <a16:creationId xmlns:a16="http://schemas.microsoft.com/office/drawing/2014/main" id="{652B9064-AE57-427F-E5AF-71DE7D52FE6E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lang="fr-FR" sz="1200"/>
            </a:lvl1pPr>
          </a:lstStyle>
          <a:p>
            <a:pPr rtl="0"/>
            <a:fld id="{52A714CA-BB23-4F17-A1E5-A7E59E550005}" type="datetime1">
              <a:rPr lang="fr-FR" smtClean="0"/>
              <a:t>18/10/2024</a:t>
            </a:fld>
            <a:endParaRPr lang="fr-FR" dirty="0"/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8186157A-CEB9-B0FC-3A49-BE950AEAD6F3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lang="fr-FR" sz="1200"/>
            </a:lvl1pPr>
          </a:lstStyle>
          <a:p>
            <a:pPr rtl="0"/>
            <a:endParaRPr lang="fr-FR" dirty="0"/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E0819CA0-A57D-42D7-A625-56C22D0FA7C6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lang="fr-FR" sz="1200"/>
            </a:lvl1pPr>
          </a:lstStyle>
          <a:p>
            <a:pPr rtl="0"/>
            <a:fld id="{EAFF3A6F-DEFA-45E0-9496-BEE7C2C6F3D0}" type="slidenum">
              <a:rPr lang="fr-FR" smtClean="0"/>
              <a:t>‹N°›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1406002224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10-18T17:31:13.154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0 56 24575,'62'0'0,"-15"2"0,0-3 0,0-1 0,62-13 0,84-10 0,-125 16 0,0 4 0,121 7 0,-61 0 0,-121-2-102,61-4-1161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10-18T17:31:23.572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1058 1 24575,'-26'1'0,"1"2"0,-29 6 0,-43 3 0,72-10 0,0 1 0,-25 8 0,-1-1 0,-2-1 0,26-3 0,0-2 0,-42 2 0,-459-7-1365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10-18T17:31:37.716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0 0 24575,'0'0'-8191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10-18T17:32:03.259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41 1 24575,'-1'0'0,"-2"0"0,-1 0 0,0 1 0,0 0 0,0 2 0,0-1 0,-1 1 0,0-2 0,-1 0 0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10-18T17:32:14.511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0 0 24575,'0'0'-8191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10-18T17:33:30.446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2 19 24575,'0'17'0,"-1"-9"0,1 1 0,0-1 0,0 1 0,1-1 0,3 13 0,-4-19 0,0-1 0,1 0 0,-1 0 0,1 0 0,0 1 0,-1-1 0,1 0 0,0 0 0,-1 0 0,1 0 0,0 0 0,0 0 0,0-1 0,0 1 0,0 0 0,0 0 0,0-1 0,0 1 0,1 0 0,-1-1 0,0 1 0,0-1 0,0 0 0,1 1 0,-1-1 0,0 0 0,0 0 0,1 0 0,-1 1 0,0-2 0,1 1 0,-1 0 0,0 0 0,0 0 0,1 0 0,-1-1 0,0 1 0,0-1 0,1 1 0,-1-1 0,0 1 0,0-1 0,1-1 0,-1 1 0,0 0 0,0 0 0,0 0 0,0 0 0,0 0 0,-1 0 0,1 0 0,0 0 0,-1 0 0,1-1 0,-1 1 0,1 0 0,-1-1 0,0 1 0,1 0 0,-1 0 0,0-1 0,0 1 0,0 0 0,0-1 0,0 1 0,0 0 0,0-1 0,-1 1 0,1 0 0,-1-1 0,1 1 0,0 0 0,-2-3 0,0-1 0,0 0 0,0 0 0,0 0 0,-1 0 0,1 0 0,-6-6 0,8 11 0,0 0 0,0 0 0,0-1 0,0 1 0,-1 0 0,1 0 0,0-1 0,0 1 0,-1 0 0,1 0 0,0 0 0,0 0 0,-1 0 0,1-1 0,0 1 0,0 0 0,-1 0 0,1 0 0,0 0 0,-1 0 0,1 0 0,0 0 0,0 0 0,-1 0 0,1 0 0,0 0 0,-1 0 0,1 0 0,0 0 0,-1 0 0,1 0 0,0 1 0,0-1 0,-1 0 0,1 0 0,0 0 0,0 0 0,-1 0 0,1 1 0,0-1 0,0 0 0,0 0 0,-1 1 0,-8 17 0,1 20 0,8-32 0,1 39 0,-1-44 0,0-1 0,0 1 0,0-1 0,0 1 0,0 0 0,0-1 0,0 1 0,0-1 0,0 1 0,0 0 0,1-1 0,-1 1 0,0-1 0,0 1 0,1-1 0,-1 1 0,0 0 0,1-1 0,-1 1 0,0-1 0,1 0 0,-1 1 0,1-1 0,-1 1 0,1-1 0,-1 0 0,1 1 0,-1-1 0,1 0 0,-1 1 0,1-1 0,-1 0 0,1 0 0,0 0 0,-1 1 0,1-1 0,-1 0 0,1 0 0,0 0 0,-1 0 0,1 0 0,-1 0 0,1 0 0,0 0 0,-1-1 0,1 1 0,-1 0 0,1 0 0,0 0 0,-1-1 0,1 1 0,-1 0 0,1-1 0,-1 1 0,1 0 0,-1-1 0,1 1 0,-1 0 0,1-2 0,1 0 0,0-1 0,0 1 0,0-1 0,-1 1 0,1-1 0,-1 0 0,0 0 0,0 0 0,0 0 0,0 0 0,0 0 0,-1 0 0,1 0 0,-1 0 0,0 0 0,0 0 0,0 0 0,-1-6 0,1 5 0,0-1 0,0 1 0,0 0 0,0 0 0,1 0 0,0-1 0,0 1 0,2-7 0,-3 12 0,0 0 0,0-1 0,0 1 0,0 0 0,0-1 0,0 1 0,0 0 0,0-1 0,0 1 0,1-1 0,-1 1 0,0 0 0,0-1 0,0 1 0,1 0 0,-1-1 0,0 1 0,1-1 0,-1 1 0,1-1 0,-1 1 0,0-1 0,1 1 0,-1-1 0,1 0 0,0 1 0,-1-1 0,1 1 0,-1-1 0,1 0 0,-1 0 0,1 1 0,0-1 0,-1 0 0,1 0 0,0 0 0,-1 0 0,1 0 0,-1 0 0,1 0 0,0 0 0,-1 0 0,1 0 0,0 0 0,-1 0 0,1 0 0,0 0 0,-1 0 0,1-1 0,-1 1 0,1 0 0,0-1 0,-1 1 0,1 0 0,-1-1 0,2 0 0,-3 2 0,1-1 0,0 1 0,0-1 0,0 1 0,-1-1 0,1 1 0,0-1 0,0 1 0,0-1 0,0 1 0,0-1 0,0 1 0,0-1 0,0 1 0,0 0 0,0-1 0,0 1 0,1-1 0,-1 1 0,0-1 0,0 1 0,0-1 0,1 1 0,-1-1 0,0 1 0,1-1 0,-1 0 0,0 1 0,1-1 0,-1 1 0,0-1 0,1 0 0,-1 1 0,1-1 0,-1 0 0,1 1 0,-1-1 0,1 0 0,-1 0 0,1 0 0,-1 1 0,1-1 0,-1 0 0,1 0 0,-1 0 0,1 0 0,0 0 0,-1 0 0,1 0 0,-1 0 0,1 0 0,-1 0 0,1-1 0,41-2 0,-31 1 0,59-3 0,-64 4 0,-8 2 0,-36 4 0,245 1 0,-183-6 0,6 0 0,-55 0 0,4-1 0,15 0 0,-1 1 0,1-1 0,0 1 0,-1 1 0,1-1 0,0 1 0,-1 0 0,-11 4 0,70-1 0,155-3 0,-235 0 0,20-2 0,0 1 0,0 1 0,0-1 0,0 1 0,0 0 0,1 1 0,-1 0 0,-14 5 0,22-7 0,0 1 0,1-1 0,-1 0 0,0 1 0,0-1 0,0 0 0,0 0 0,0 1 0,0-1 0,0 0 0,0 0 0,0 1 0,1-1 0,-1 0 0,0 0 0,0 1 0,0-1 0,1 0 0,-1 0 0,0 0 0,0 1 0,0-1 0,1 0 0,-1 0 0,0 0 0,0 0 0,1 0 0,-1 0 0,0 1 0,1-1 0,-1 0 0,0 0 0,0 0 0,1 0 0,-1 0 0,0 0 0,1 0 0,-1 0 0,0 0 0,0 0 0,1 0 0,-1 0 0,0-1 0,0 1 0,1 0 0,18 3 0,154-1 0,-271-1 0,81 0 0,68 2 0,262 1 0,-512-14 0,477 11 0,-256-4 0,-30 0 0,-34-3 0,-93 0 0,174 7 0,53-3 0,-101-2 0,5 2 0,23 5 0,68 9 0,-27-4 0,-48-6 0,-19-1 0,-27-2 0,32 1 0,22 0 0,-8 0 0,-16 0 0,-34 0 0,-62 0 0,86 0 0,-17 1 0,-51 7 0,72-5 0,10 0 0,19 4 0,29 2 0,-3-7 0,67-5 0,-10-1 0,-229-22 0,111 22 0,16 0 0,23-4 0,-5 2 0,-39 2 0,-128 4 0,-58-4 0,352-2 0,51 7 0,-670-11 0,612 12 0,170-7 0,-566-8 0,229 12 0,65 1 0,-11 0 0,24 0 0,33 1 0,154-18 0,-219 12 0,-19 0 0,-28-3 0,-129-7 0,-270 11 0,424 4 0,11 1 0,31 2 0,52 2 0,5-5 0,-85 0 0,-11 0 0,-50 0 0,-9 0 0,141 24 0,-61-21 0,20 4 0,-39-7 0,0 0 0,0 0 0,0 0 0,0 0 0,0 0 0,0 0 0,0 0 0,0 0 0,0 0 0,0 0 0,0 0 0,0 1 0,0-1 0,0 0 0,0 0 0,0 0 0,0 0 0,0 0 0,0 0 0,0 0 0,0 0 0,0 0 0,0 0 0,0 0 0,0 0 0,0 0 0,0 0 0,0 1 0,0-1 0,0 0 0,0 0 0,0 0 0,0 0 0,0 0 0,0 0 0,-25 0 0,-242-10 0,536 20 0,-473-10 0,504 8 0,-240-7 0,-16-1 0,-91-1 0,-241-8 0,492 9 0,-302-2 0,31 0 0,-85 8 0,269 12 0,-10-8 0,129-3 0,-205 7 0,-11-8 0,1-2 0,0-1 0,0-1 0,39 0 0,-55-3 0,-1 0 0,1 0 0,-1-1 0,1 1 0,-1-1 0,8-5 0,21-7 0,-5 5 0,-28 6 0,-19 2 0,-2 2 0,12 0 0,1-1 0,-1 0 0,0 0 0,1 0 0,-1-1 0,1 0 0,-1-1 0,1 0 0,-14-5 0,71 1 0,-19 9 0,-32 3 0,-15 3 0,3-5 0,-1-1 0,0 0 0,0-1 0,0 0 0,0-2 0,0 1 0,0-2 0,-15-2 0,-23 1 0,-8 2 0,0-3 0,-97-17 0,121 16 0,30 4 0,-1 0 0,1-1 0,-1 0 0,1 0 0,0-1 0,0 0 0,0 0 0,-7-4 0,13 2 0,11 0 0,20-1 0,-22 4 0,-8 1 0,0 0 0,1 0 0,-1 1 0,1-1 0,-1 0 0,1 0 0,-1 0 0,0 0 0,1 0 0,-1-1 0,1 1 0,-1 0 0,1 0 0,-1 0 0,0 0 0,1 0 0,-1 0 0,0-1 0,1 1 0,-1 0 0,0 0 0,1-1 0,-1 1 0,0 0 0,1-1 0,-1 1 0,0 0 0,1-1 0,-1 1 0,0 0 0,0-1 0,0 1 0,1 0 0,-1-1 0,-16-4 0,-27 0 0,13 4 0,20 0 0,1 0 0,0 1 0,-1 0 0,1 0 0,-1 1 0,1 1 0,-15 3 0,25-4 0,-1 1 0,1-1 0,0 1 0,0-1 0,-1 0 0,1 1 0,0-1 0,0 0 0,0 0 0,0 0 0,0 0 0,1 0 0,-1 0 0,0 0 0,0 0 0,3 1 0,15 16 0,-18-16 0,1 0 0,0 0 0,1 0 0,-1 0 0,0-1 0,0 1 0,1-1 0,-1 1 0,1-1 0,4 2 0,-6-3 0,0 1 0,0-1 0,-1 1 0,1-1 0,0 0 0,0 1 0,0-1 0,0 0 0,0 0 0,0 0 0,0 1 0,0-1 0,0 0 0,0-1 0,0 1 0,0 0 0,0 0 0,0 0 0,0 0 0,0-1 0,0 1 0,0-1 0,0 1 0,0 0 0,0-1 0,0 0 0,0 1 0,-1-1 0,1 1 0,0-1 0,0 0 0,0-1 0,-1 2 0,0-1 0,0 0 0,-1 0 0,1 1 0,0-1 0,0 0 0,-1 1 0,1-1 0,0 0 0,-1 1 0,1-1 0,0 1 0,-1-1 0,1 1 0,-1-1 0,1 1 0,-1-1 0,0 1 0,1-1 0,-1 1 0,1-1 0,-1 1 0,0 0 0,1-1 0,-1 1 0,0 0 0,0 0 0,1 0 0,-1-1 0,0 1 0,1 0 0,-1 0 0,-1 0 0,-27-5 0,22 4 0,1 0 0,0 0 0,0 1 0,-1-1 0,1 1 0,0 1 0,0-1 0,-9 3 0,15-3 0,0 0 0,-1 0 0,1 0 0,0 0 0,0 0 0,0 0 0,0 0 0,0 0 0,0 0 0,-1 0 0,1 1 0,0-1 0,0 0 0,0 0 0,0 0 0,0 0 0,0 0 0,0 0 0,0 1 0,0-1 0,0 0 0,-1 0 0,1 0 0,0 0 0,0 0 0,0 1 0,0-1 0,0 0 0,0 0 0,0 0 0,0 0 0,0 1 0,0-1 0,0 0 0,0 0 0,1 0 0,-1 0 0,0 0 0,0 1 0,0-1 0,0 0 0,0 0 0,0 0 0,0 0 0,0 0 0,0 0 0,0 0 0,1 1 0,-1-1 0,0 0 0,0 0 0,0 0 0,0 0 0,0 0 0,0 0 0,1 0 0,13 9 0,16 4 0,-8-7 0,-18-6 0,1 1 0,0 0 0,0 0 0,-1 0 0,1 1 0,-1 0 0,1 0 0,-1 0 0,0 0 0,7 5 0,-11-6 0,0-1 0,0 0 0,0 1 0,1-1 0,-1 1 0,0-1 0,0 0 0,0 1 0,0-1 0,0 1 0,0-1 0,0 1 0,0-1 0,0 0 0,0 1 0,0-1 0,0 1 0,-1-1 0,1 1 0,0-1 0,0 0 0,0 1 0,0-1 0,-1 0 0,1 1 0,0-1 0,0 1 0,-1-1 0,1 0 0,0 0 0,-1 1 0,1-1 0,0 0 0,-2 1 0,-18 11 0,-1 2 0,23-6 0,16 0 0,-16-7 0,35 9 0,-35-10 0,-1 1 0,1-1 0,-1 0 0,1 1 0,0-1 0,-1 0 0,1 0 0,-1 0 0,1 0 0,0 0 0,-1 0 0,1-1 0,-1 1 0,1 0 0,-1-1 0,1 1 0,-1-1 0,4-1 0,-5 1 0,-1 0 0,1 1 0,0-1 0,0 0 0,0 1 0,-1-1 0,1 0 0,0 1 0,-1-1 0,1 1 0,0-1 0,-1 1 0,1-1 0,-1 0 0,1 1 0,-1 0 0,1-1 0,-1 1 0,1-1 0,-1 1 0,1 0 0,-1-1 0,0 1 0,1 0 0,-1-1 0,0 1 0,1 0 0,-1 0 0,0 0 0,1 0 0,-1 0 0,-1 0 0,-24-8 0,3 6 0,16 2 0,0 0 0,0-1 0,1 1 0,-1-1 0,0-1 0,1 1 0,-1-1 0,1-1 0,-1 1 0,1-1 0,-9-5 0,52-6 0,57 8 0,-89 5 0,-11 1 0,-85 2 0,-121-4 0,95-7 0,132 9 0,11 0 0,0 1 0,50 7 0,-110-4 0,21 0 0,24 1 0,61 0 0,-65-5 0,-47 0 0,-37 0 0,48 0 0,26 0 0,12 0 0,34 0 0,-40 0 0,-6 0 0,-23 0 0,-40 0 0,38 0 0,25 0 0,9 0 0,48 1 0,100 14 0,-242-16 0,47 3 0,35-2 0,14 0 0,19 2 0,-20-1 0,1-1 0,0 1 0,0-1 0,-1-1 0,1 1 0,0-1 0,7-2 0,-16 1 0,-1 1 0,1 0 0,-1 0 0,0 0 0,1 0 0,-1 0 0,0 0 0,0 0 0,0 1 0,0-1 0,1 1 0,-5-1 0,-97-11 0,26 5 0,65 4 0,12 0 0,20-2 0,-2 2 0,-34 5 0,-4 5 0,18 4 0,3-9 0,1 0 0,-1 0 0,1 0 0,0 0 0,0 0 0,0 0 0,0 0 0,0-1 0,0 1 0,1-1 0,-1 0 0,3 2 0,-3-2 0,0 0 0,1 0 0,-1 0 0,1 0 0,-1 0 0,1 0 0,-1-1 0,1 1 0,-1-1 0,1 0 0,0 0 0,3 0 0,2-9 0,-14-12 0,5 20 0,1 0 0,-1 0 0,0-1 0,0 1 0,0 0 0,0 0 0,0 0 0,0 0 0,0 0 0,0 0 0,-1 0 0,1 0 0,0 0 0,0 1 0,-1-1 0,1 1 0,-1-1 0,1 1 0,0-1 0,-1 1 0,1 0 0,-1-1 0,1 1 0,-1 0 0,1 0 0,-1 0 0,1 0 0,-1 1 0,1-1 0,-1 0 0,1 1 0,-1-1 0,1 0 0,-1 1 0,1 0 0,0-1 0,-1 1 0,1 0 0,0 0 0,-1 1 0,2-3 3,0 1 0,0-1 0,0 1 1,0 0-1,0-1 0,-1 1 0,1-1 0,0 1 0,0-1 0,0 1 0,0 0 0,0-1 0,-1 1 0,1 0 0,0-1 0,0 1 0,-1 0 1,1-1-1,0 1 0,0 0 0,-1-1 0,1 1 0,0 0 0,-1 0 0,1-1 0,0 1 0,-1 0 0,1 0 0,-1 0 0,1-1 0,0 1 0,-1 0 1,1 0-1,-1 0 0,1 0 0,0 0 0,-1 0 0,0 0 0,-17-5-1488,12 6-5341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10-18T17:33:34.707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58 39 24575,'-1'-1'0,"1"0"0,-1-1 0,0 1 0,0-1 0,1 1 0,-1 0 0,0 0 0,0-1 0,0 1 0,0 0 0,0 0 0,-1 0 0,1 0 0,0 0 0,0 0 0,-1 0 0,1 1 0,0-1 0,-1 0 0,1 1 0,-1-1 0,1 1 0,-1 0 0,1-1 0,-1 1 0,0 0 0,1 0 0,-1 0 0,-2 0 0,-14-4 0,66-3 0,-18 5 0,-19 1 0,-1 1 0,0-1 0,1 2 0,-1-1 0,0 1 0,11 3 0,-21-4 0,0 0 0,0 0 0,0 0 0,1 0 0,-1 0 0,0 0 0,0 0 0,0 0 0,0 1 0,1-1 0,-1 0 0,0 0 0,0 0 0,0 0 0,0 0 0,0 0 0,0 0 0,1 1 0,-1-1 0,0 0 0,0 0 0,0 0 0,0 0 0,0 0 0,0 1 0,0-1 0,0 0 0,0 0 0,0 0 0,0 0 0,0 1 0,0-1 0,0 0 0,0 0 0,0 0 0,0 1 0,0-1 0,0 0 0,0 0 0,0 0 0,0 0 0,0 1 0,0-1 0,0 0 0,0 0 0,0 0 0,0 0 0,-1 0 0,1 1 0,0-1 0,0 0 0,0 0 0,0 0 0,0 0 0,0 0 0,-1 0 0,-12 12 0,11-12 0,1 1 0,0 0 0,0 0 0,-1-1 0,1 1 0,0 0 0,0 0 0,0 0 0,0 0 0,0 0 0,0 0 0,0 1 0,0-1 0,1 0 0,-1 0 0,0 1 0,1-1 0,-1 0 0,1 1 0,-1 1 0,2-1 0,1 0 0,0 0 0,-1-1 0,1 1 0,0 0 0,0-1 0,0 1 0,0-1 0,0 1 0,0-1 0,0 0 0,1 0 0,-1 0 0,0 0 0,1-1 0,-1 1 0,1-1 0,-1 1 0,5-1 0,52 3 0,-51-3 0,179 7 0,-330-26 0,-14 3 0,335 16 0,-245-1 0,31-1 0,-1 2 0,-42 5 0,77-5 0,0 1 0,0-1 0,0 1 0,0 0 0,0 0 0,1 0 0,-1 0 0,0 0 0,0 0 0,1 0 0,-1 0 0,1 1 0,-1-1 0,1 1 0,-1-1 0,1 1 0,0-1 0,0 1 0,0 0 0,0 0 0,0 0 0,0-1 0,0 1 0,1 0 0,-2 3 0,2-4 0,0 1 0,0-1 0,0 0 0,0 0 0,0 0 0,0 1 0,0-1 0,0 0 0,0 0 0,0 0 0,1 0 0,-1 0 0,1 1 0,-1-1 0,1 0 0,-1 0 0,1 0 0,-1 0 0,1 0 0,0 0 0,0 0 0,-1 0 0,1-1 0,0 1 0,0 0 0,0 0 0,0-1 0,0 1 0,0-1 0,0 1 0,0-1 0,0 1 0,0-1 0,1 1 0,-1-1 0,0 0 0,0 0 0,0 1 0,0-1 0,1 0 0,-1 0 0,0 0 0,2-1 0,188-9 0,80 19 0,-211-9 0,-54 0 0,-8 0 0,-33 0 0,-138 0-1365,165 0-5461</inkml:trace>
</inkml:ink>
</file>

<file path=ppt/ink/ink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10-18T17:33:45.132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1 0 24575,'0'6'0,"0"1"0,0-1 0,0 0 0,1 0 0,0 0 0,0 0 0,0 0 0,1 0 0,2 6 0,-2-10 0,-1 0 0,1 0 0,0 0 0,0 0 0,0-1 0,0 1 0,0 0 0,1-1 0,-1 0 0,0 1 0,1-1 0,-1 0 0,1 0 0,-1 0 0,1-1 0,-1 1 0,1-1 0,0 1 0,-1-1 0,1 0 0,0 0 0,-1 0 0,4-1 0,192-2 0,-306-12-1365,93 13-5461</inkml:trace>
</inkml:ink>
</file>

<file path=ppt/ink/ink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10-18T17:33:49.400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30 58 24575,'0'0'0,"0"0"0,0 0 0,0 1 0,0-1 0,-1 0 0,1 0 0,0 1 0,0-1 0,0 0 0,0 0 0,-1 0 0,1 1 0,0-1 0,0 0 0,-1 0 0,1 0 0,0 0 0,0 0 0,-1 1 0,1-1 0,0 0 0,0 0 0,-1 0 0,1 0 0,0 0 0,0 0 0,-1 0 0,1 0 0,0 0 0,0 0 0,-1 0 0,1 0 0,0 0 0,-1 0 0,1 0 0,0 0 0,0 0 0,-1-1 0,1 1 0,0 0 0,0 0 0,0 0 0,-1 0 0,1 0 0,0-1 0,0 1 0,-1 0 0,1 0 0,0 0 0,0-1 0,0 1 0,0 0 0,0 0 0,-1-1 0,1 1 0,0 0 0,0 0 0,0-1 0,0 1 0,0 0 0,0 0 0,0-1 0,0 1 0,-14 19 0,13-18 0,1 1 0,-1-1 0,1 1 0,-1-1 0,1 1 0,0 0 0,0-1 0,-1 1 0,1-1 0,0 1 0,0 0 0,1-1 0,-1 1 0,0-1 0,0 1 0,1-1 0,-1 1 0,1-1 0,0 1 0,-1-1 0,1 1 0,0-1 0,0 0 0,0 1 0,1 1 0,0-2 0,0 1 0,1 0 0,-1 0 0,1-1 0,-1 0 0,1 1 0,0-1 0,-1 0 0,1 0 0,0 0 0,0-1 0,0 1 0,3 0 0,-3-1 0,1 1 0,-1-1 0,1 0 0,-1 0 0,1 0 0,-1 0 0,0 0 0,1-1 0,-1 1 0,1-1 0,-1 0 0,0 0 0,1-1 0,-1 1 0,0-1 0,0 1 0,0-1 0,0 0 0,-1 0 0,1 0 0,0 0 0,-1-1 0,5-4 0,-7 5 0,0-1 0,0 1 0,0-1 0,0 1 0,0-1 0,0 1 0,-1-1 0,1 1 0,-1 0 0,1-1 0,-1 1 0,0 0 0,0-1 0,0 1 0,-1 0 0,1 0 0,0 0 0,-1 0 0,1 0 0,-1 0 0,0 0 0,1 1 0,-1-1 0,0 0 0,-2 0 0,2 0 0,0 0 0,0 1 0,0-1 0,1 1 0,-1-1 0,-1 1 0,1 0 0,0 0 0,0 0 0,0 0 0,-1 0 0,1 0 0,0 1 0,-1-1 0,1 1 0,0-1 0,-1 1 0,1 0 0,-1 0 0,1 0 0,0 1 0,-1-1 0,1 0 0,-1 1 0,-2 1 0,4-2 0,0 1 0,0-1 0,0 1 0,0-1 0,1 1 0,-1-1 0,0 1 0,0 0 0,1 0 0,-1-1 0,1 1 0,-1 0 0,0 0 0,1 0 0,0 0 0,-1 0 0,1-1 0,-1 1 0,1 0 0,0 0 0,0 0 0,0 0 0,-1 0 0,1 0 0,0 0 0,0 0 0,0 0 0,0 0 0,1 0 0,-1 0 0,0 0 0,0 0 0,1 0 0,-1 0 0,0 0 0,1 0 0,-1 0 0,1 0 0,-1-1 0,1 1 0,-1 0 0,1 0 0,0-1 0,0 1 0,-1 0 0,1-1 0,0 1 0,0 0 0,0-1 0,-1 1 0,1-1 0,2 1 0,1 2 0,0-1 0,0 1 0,0-1 0,1 0 0,-1-1 0,1 1 0,-1-1 0,1 0 0,9 1 0,-13-1 0,0-1 0,1 0 0,-1 0 0,0 0 0,0 0 0,1 0 0,-1 0 0,0-1 0,1 1 0,-1 0 0,0-1 0,0 1 0,1-1 0,-1 1 0,0-1 0,0 1 0,0-1 0,0 0 0,0 0 0,0 1 0,0-1 0,0 0 0,0 0 0,0 0 0,0 0 0,-1 0 0,1 0 0,0-1 0,-1 1 0,1 0 0,-1 0 0,1 0 0,-1-1 0,1 1 0,-1 0 0,0-2 0,0-3 0,0 1 0,-1-1 0,0 1 0,0 0 0,0-1 0,-4-8 0,3 6 0,2 8 0,0-1 0,0 0 0,1 1 0,-1-1 0,1 0 0,-1 1 0,0-1 0,1 1 0,-1-1 0,1 1 0,0-1 0,-1 1 0,1-1 0,-1 1 0,1-1 0,0 1 0,-1 0 0,1-1 0,0 1 0,-1 0 0,1-1 0,0 1 0,-1 0 0,1 0 0,0 0 0,0 0 0,-1 0 0,1 0 0,0 0 0,0 0 0,-1 0 0,1 0 0,0 0 0,1 1 0,35-1 0,-32 0 0,140 2-1365,-130-2-5461</inkml:trace>
</inkml:ink>
</file>

<file path=ppt/ink/ink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10-18T17:32:14.511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0 0 24575,'0'0'-8191</inkml:trace>
</inkml:ink>
</file>

<file path=ppt/ink/ink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10-18T17:33:30.446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2 19 24575,'0'17'0,"-1"-9"0,1 1 0,0-1 0,0 1 0,1-1 0,3 13 0,-4-19 0,0-1 0,1 0 0,-1 0 0,1 0 0,0 1 0,-1-1 0,1 0 0,0 0 0,-1 0 0,1 0 0,0 0 0,0 0 0,0-1 0,0 1 0,0 0 0,0 0 0,0-1 0,0 1 0,1 0 0,-1-1 0,0 1 0,0-1 0,0 0 0,1 1 0,-1-1 0,0 0 0,0 0 0,1 0 0,-1 1 0,0-2 0,1 1 0,-1 0 0,0 0 0,0 0 0,1 0 0,-1-1 0,0 1 0,0-1 0,1 1 0,-1-1 0,0 1 0,0-1 0,1-1 0,-1 1 0,0 0 0,0 0 0,0 0 0,0 0 0,0 0 0,-1 0 0,1 0 0,0 0 0,-1 0 0,1-1 0,-1 1 0,1 0 0,-1-1 0,0 1 0,1 0 0,-1 0 0,0-1 0,0 1 0,0 0 0,0-1 0,0 1 0,0 0 0,0-1 0,-1 1 0,1 0 0,-1-1 0,1 1 0,0 0 0,-2-3 0,0-1 0,0 0 0,0 0 0,0 0 0,-1 0 0,1 0 0,-6-6 0,8 11 0,0 0 0,0 0 0,0-1 0,0 1 0,-1 0 0,1 0 0,0-1 0,0 1 0,-1 0 0,1 0 0,0 0 0,0 0 0,-1 0 0,1-1 0,0 1 0,0 0 0,-1 0 0,1 0 0,0 0 0,-1 0 0,1 0 0,0 0 0,0 0 0,-1 0 0,1 0 0,0 0 0,-1 0 0,1 0 0,0 0 0,-1 0 0,1 0 0,0 1 0,0-1 0,-1 0 0,1 0 0,0 0 0,0 0 0,-1 0 0,1 1 0,0-1 0,0 0 0,0 0 0,-1 1 0,-8 17 0,1 20 0,8-32 0,1 39 0,-1-44 0,0-1 0,0 1 0,0-1 0,0 1 0,0 0 0,0-1 0,0 1 0,0-1 0,0 1 0,0 0 0,1-1 0,-1 1 0,0-1 0,0 1 0,1-1 0,-1 1 0,0 0 0,1-1 0,-1 1 0,0-1 0,1 0 0,-1 1 0,1-1 0,-1 1 0,1-1 0,-1 0 0,1 1 0,-1-1 0,1 0 0,-1 1 0,1-1 0,-1 0 0,1 0 0,0 0 0,-1 1 0,1-1 0,-1 0 0,1 0 0,0 0 0,-1 0 0,1 0 0,-1 0 0,1 0 0,0 0 0,-1-1 0,1 1 0,-1 0 0,1 0 0,0 0 0,-1-1 0,1 1 0,-1 0 0,1-1 0,-1 1 0,1 0 0,-1-1 0,1 1 0,-1 0 0,1-2 0,1 0 0,0-1 0,0 1 0,0-1 0,-1 1 0,1-1 0,-1 0 0,0 0 0,0 0 0,0 0 0,0 0 0,0 0 0,-1 0 0,1 0 0,-1 0 0,0 0 0,0 0 0,0 0 0,-1-6 0,1 5 0,0-1 0,0 1 0,0 0 0,0 0 0,1 0 0,0-1 0,0 1 0,2-7 0,-3 12 0,0 0 0,0-1 0,0 1 0,0 0 0,0-1 0,0 1 0,0 0 0,0-1 0,0 1 0,1-1 0,-1 1 0,0 0 0,0-1 0,0 1 0,1 0 0,-1-1 0,0 1 0,1-1 0,-1 1 0,1-1 0,-1 1 0,0-1 0,1 1 0,-1-1 0,1 0 0,0 1 0,-1-1 0,1 1 0,-1-1 0,1 0 0,-1 0 0,1 1 0,0-1 0,-1 0 0,1 0 0,0 0 0,-1 0 0,1 0 0,-1 0 0,1 0 0,0 0 0,-1 0 0,1 0 0,0 0 0,-1 0 0,1 0 0,0 0 0,-1 0 0,1-1 0,-1 1 0,1 0 0,0-1 0,-1 1 0,1 0 0,-1-1 0,2 0 0,-3 2 0,1-1 0,0 1 0,0-1 0,0 1 0,-1-1 0,1 1 0,0-1 0,0 1 0,0-1 0,0 1 0,0-1 0,0 1 0,0-1 0,0 1 0,0 0 0,0-1 0,0 1 0,1-1 0,-1 1 0,0-1 0,0 1 0,0-1 0,1 1 0,-1-1 0,0 1 0,1-1 0,-1 0 0,0 1 0,1-1 0,-1 1 0,0-1 0,1 0 0,-1 1 0,1-1 0,-1 0 0,1 1 0,-1-1 0,1 0 0,-1 0 0,1 0 0,-1 1 0,1-1 0,-1 0 0,1 0 0,-1 0 0,1 0 0,0 0 0,-1 0 0,1 0 0,-1 0 0,1 0 0,-1 0 0,1-1 0,41-2 0,-31 1 0,59-3 0,-64 4 0,-8 2 0,-36 4 0,245 1 0,-183-6 0,6 0 0,-55 0 0,4-1 0,15 0 0,-1 1 0,1-1 0,0 1 0,-1 1 0,1-1 0,0 1 0,-1 0 0,-11 4 0,70-1 0,155-3 0,-235 0 0,20-2 0,0 1 0,0 1 0,0-1 0,0 1 0,0 0 0,1 1 0,-1 0 0,-14 5 0,22-7 0,0 1 0,1-1 0,-1 0 0,0 1 0,0-1 0,0 0 0,0 0 0,0 1 0,0-1 0,0 0 0,0 0 0,0 1 0,1-1 0,-1 0 0,0 0 0,0 1 0,0-1 0,1 0 0,-1 0 0,0 0 0,0 1 0,0-1 0,1 0 0,-1 0 0,0 0 0,0 0 0,1 0 0,-1 0 0,0 1 0,1-1 0,-1 0 0,0 0 0,0 0 0,1 0 0,-1 0 0,0 0 0,1 0 0,-1 0 0,0 0 0,0 0 0,1 0 0,-1 0 0,0-1 0,0 1 0,1 0 0,18 3 0,154-1 0,-271-1 0,81 0 0,68 2 0,262 1 0,-512-14 0,477 11 0,-256-4 0,-30 0 0,-34-3 0,-93 0 0,174 7 0,53-3 0,-101-2 0,5 2 0,23 5 0,68 9 0,-27-4 0,-48-6 0,-19-1 0,-27-2 0,32 1 0,22 0 0,-8 0 0,-16 0 0,-34 0 0,-62 0 0,86 0 0,-17 1 0,-51 7 0,72-5 0,10 0 0,19 4 0,29 2 0,-3-7 0,67-5 0,-10-1 0,-229-22 0,111 22 0,16 0 0,23-4 0,-5 2 0,-39 2 0,-128 4 0,-58-4 0,352-2 0,51 7 0,-670-11 0,612 12 0,170-7 0,-566-8 0,229 12 0,65 1 0,-11 0 0,24 0 0,33 1 0,154-18 0,-219 12 0,-19 0 0,-28-3 0,-129-7 0,-270 11 0,424 4 0,11 1 0,31 2 0,52 2 0,5-5 0,-85 0 0,-11 0 0,-50 0 0,-9 0 0,141 24 0,-61-21 0,20 4 0,-39-7 0,0 0 0,0 0 0,0 0 0,0 0 0,0 0 0,0 0 0,0 0 0,0 0 0,0 0 0,0 0 0,0 0 0,0 1 0,0-1 0,0 0 0,0 0 0,0 0 0,0 0 0,0 0 0,0 0 0,0 0 0,0 0 0,0 0 0,0 0 0,0 0 0,0 0 0,0 0 0,0 0 0,0 1 0,0-1 0,0 0 0,0 0 0,0 0 0,0 0 0,0 0 0,0 0 0,-25 0 0,-242-10 0,536 20 0,-473-10 0,504 8 0,-240-7 0,-16-1 0,-91-1 0,-241-8 0,492 9 0,-302-2 0,31 0 0,-85 8 0,269 12 0,-10-8 0,129-3 0,-205 7 0,-11-8 0,1-2 0,0-1 0,0-1 0,39 0 0,-55-3 0,-1 0 0,1 0 0,-1-1 0,1 1 0,-1-1 0,8-5 0,21-7 0,-5 5 0,-28 6 0,-19 2 0,-2 2 0,12 0 0,1-1 0,-1 0 0,0 0 0,1 0 0,-1-1 0,1 0 0,-1-1 0,1 0 0,-14-5 0,71 1 0,-19 9 0,-32 3 0,-15 3 0,3-5 0,-1-1 0,0 0 0,0-1 0,0 0 0,0-2 0,0 1 0,0-2 0,-15-2 0,-23 1 0,-8 2 0,0-3 0,-97-17 0,121 16 0,30 4 0,-1 0 0,1-1 0,-1 0 0,1 0 0,0-1 0,0 0 0,0 0 0,-7-4 0,13 2 0,11 0 0,20-1 0,-22 4 0,-8 1 0,0 0 0,1 0 0,-1 1 0,1-1 0,-1 0 0,1 0 0,-1 0 0,0 0 0,1 0 0,-1-1 0,1 1 0,-1 0 0,1 0 0,-1 0 0,0 0 0,1 0 0,-1 0 0,0-1 0,1 1 0,-1 0 0,0 0 0,1-1 0,-1 1 0,0 0 0,1-1 0,-1 1 0,0 0 0,1-1 0,-1 1 0,0 0 0,0-1 0,0 1 0,1 0 0,-1-1 0,-16-4 0,-27 0 0,13 4 0,20 0 0,1 0 0,0 1 0,-1 0 0,1 0 0,-1 1 0,1 1 0,-15 3 0,25-4 0,-1 1 0,1-1 0,0 1 0,0-1 0,-1 0 0,1 1 0,0-1 0,0 0 0,0 0 0,0 0 0,0 0 0,1 0 0,-1 0 0,0 0 0,0 0 0,3 1 0,15 16 0,-18-16 0,1 0 0,0 0 0,1 0 0,-1 0 0,0-1 0,0 1 0,1-1 0,-1 1 0,1-1 0,4 2 0,-6-3 0,0 1 0,0-1 0,-1 1 0,1-1 0,0 0 0,0 1 0,0-1 0,0 0 0,0 0 0,0 0 0,0 1 0,0-1 0,0 0 0,0-1 0,0 1 0,0 0 0,0 0 0,0 0 0,0 0 0,0-1 0,0 1 0,0-1 0,0 1 0,0 0 0,0-1 0,0 0 0,0 1 0,-1-1 0,1 1 0,0-1 0,0 0 0,0-1 0,-1 2 0,0-1 0,0 0 0,-1 0 0,1 1 0,0-1 0,0 0 0,-1 1 0,1-1 0,0 0 0,-1 1 0,1-1 0,0 1 0,-1-1 0,1 1 0,-1-1 0,1 1 0,-1-1 0,0 1 0,1-1 0,-1 1 0,1-1 0,-1 1 0,0 0 0,1-1 0,-1 1 0,0 0 0,0 0 0,1 0 0,-1-1 0,0 1 0,1 0 0,-1 0 0,-1 0 0,-27-5 0,22 4 0,1 0 0,0 0 0,0 1 0,-1-1 0,1 1 0,0 1 0,0-1 0,-9 3 0,15-3 0,0 0 0,-1 0 0,1 0 0,0 0 0,0 0 0,0 0 0,0 0 0,0 0 0,0 0 0,-1 0 0,1 1 0,0-1 0,0 0 0,0 0 0,0 0 0,0 0 0,0 0 0,0 0 0,0 1 0,0-1 0,0 0 0,-1 0 0,1 0 0,0 0 0,0 0 0,0 1 0,0-1 0,0 0 0,0 0 0,0 0 0,0 0 0,0 1 0,0-1 0,0 0 0,0 0 0,1 0 0,-1 0 0,0 0 0,0 1 0,0-1 0,0 0 0,0 0 0,0 0 0,0 0 0,0 0 0,0 0 0,0 0 0,1 1 0,-1-1 0,0 0 0,0 0 0,0 0 0,0 0 0,0 0 0,0 0 0,1 0 0,13 9 0,16 4 0,-8-7 0,-18-6 0,1 1 0,0 0 0,0 0 0,-1 0 0,1 1 0,-1 0 0,1 0 0,-1 0 0,0 0 0,7 5 0,-11-6 0,0-1 0,0 0 0,0 1 0,1-1 0,-1 1 0,0-1 0,0 0 0,0 1 0,0-1 0,0 1 0,0-1 0,0 1 0,0-1 0,0 0 0,0 1 0,0-1 0,0 1 0,-1-1 0,1 1 0,0-1 0,0 0 0,0 1 0,0-1 0,-1 0 0,1 1 0,0-1 0,0 1 0,-1-1 0,1 0 0,0 0 0,-1 1 0,1-1 0,0 0 0,-2 1 0,-18 11 0,-1 2 0,23-6 0,16 0 0,-16-7 0,35 9 0,-35-10 0,-1 1 0,1-1 0,-1 0 0,1 1 0,0-1 0,-1 0 0,1 0 0,-1 0 0,1 0 0,0 0 0,-1 0 0,1-1 0,-1 1 0,1 0 0,-1-1 0,1 1 0,-1-1 0,4-1 0,-5 1 0,-1 0 0,1 1 0,0-1 0,0 0 0,0 1 0,-1-1 0,1 0 0,0 1 0,-1-1 0,1 1 0,0-1 0,-1 1 0,1-1 0,-1 0 0,1 1 0,-1 0 0,1-1 0,-1 1 0,1-1 0,-1 1 0,1 0 0,-1-1 0,0 1 0,1 0 0,-1-1 0,0 1 0,1 0 0,-1 0 0,0 0 0,1 0 0,-1 0 0,-1 0 0,-24-8 0,3 6 0,16 2 0,0 0 0,0-1 0,1 1 0,-1-1 0,0-1 0,1 1 0,-1-1 0,1-1 0,-1 1 0,1-1 0,-9-5 0,52-6 0,57 8 0,-89 5 0,-11 1 0,-85 2 0,-121-4 0,95-7 0,132 9 0,11 0 0,0 1 0,50 7 0,-110-4 0,21 0 0,24 1 0,61 0 0,-65-5 0,-47 0 0,-37 0 0,48 0 0,26 0 0,12 0 0,34 0 0,-40 0 0,-6 0 0,-23 0 0,-40 0 0,38 0 0,25 0 0,9 0 0,48 1 0,100 14 0,-242-16 0,47 3 0,35-2 0,14 0 0,19 2 0,-20-1 0,1-1 0,0 1 0,0-1 0,-1-1 0,1 1 0,0-1 0,7-2 0,-16 1 0,-1 1 0,1 0 0,-1 0 0,0 0 0,1 0 0,-1 0 0,0 0 0,0 0 0,0 1 0,0-1 0,1 1 0,-5-1 0,-97-11 0,26 5 0,65 4 0,12 0 0,20-2 0,-2 2 0,-34 5 0,-4 5 0,18 4 0,3-9 0,1 0 0,-1 0 0,1 0 0,0 0 0,0 0 0,0 0 0,0 0 0,0-1 0,0 1 0,1-1 0,-1 0 0,3 2 0,-3-2 0,0 0 0,1 0 0,-1 0 0,1 0 0,-1 0 0,1 0 0,-1-1 0,1 1 0,-1-1 0,1 0 0,0 0 0,3 0 0,2-9 0,-14-12 0,5 20 0,1 0 0,-1 0 0,0-1 0,0 1 0,0 0 0,0 0 0,0 0 0,0 0 0,0 0 0,0 0 0,-1 0 0,1 0 0,0 0 0,0 1 0,-1-1 0,1 1 0,-1-1 0,1 1 0,0-1 0,-1 1 0,1 0 0,-1-1 0,1 1 0,-1 0 0,1 0 0,-1 0 0,1 0 0,-1 1 0,1-1 0,-1 0 0,1 1 0,-1-1 0,1 0 0,-1 1 0,1 0 0,0-1 0,-1 1 0,1 0 0,0 0 0,-1 1 0,2-3 3,0 1 0,0-1 0,0 1 1,0 0-1,0-1 0,-1 1 0,1-1 0,0 1 0,0-1 0,0 1 0,0 0 0,0-1 0,-1 1 0,1 0 0,0-1 0,0 1 0,-1 0 1,1-1-1,0 1 0,0 0 0,-1-1 0,1 1 0,0 0 0,-1 0 0,1-1 0,0 1 0,-1 0 0,1 0 0,-1 0 0,1-1 0,0 1 0,-1 0 1,1 0-1,-1 0 0,1 0 0,0 0 0,-1 0 0,0 0 0,-17-5-1488,12 6-5341</inkml:trace>
</inkml:ink>
</file>

<file path=ppt/ink/ink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10-18T17:33:34.707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58 39 24575,'-1'-1'0,"1"0"0,-1-1 0,0 1 0,0-1 0,1 1 0,-1 0 0,0 0 0,0-1 0,0 1 0,0 0 0,0 0 0,-1 0 0,1 0 0,0 0 0,0 0 0,-1 0 0,1 1 0,0-1 0,-1 0 0,1 1 0,-1-1 0,1 1 0,-1 0 0,1-1 0,-1 1 0,0 0 0,1 0 0,-1 0 0,-2 0 0,-14-4 0,66-3 0,-18 5 0,-19 1 0,-1 1 0,0-1 0,1 2 0,-1-1 0,0 1 0,11 3 0,-21-4 0,0 0 0,0 0 0,0 0 0,1 0 0,-1 0 0,0 0 0,0 0 0,0 0 0,0 1 0,1-1 0,-1 0 0,0 0 0,0 0 0,0 0 0,0 0 0,0 0 0,0 0 0,1 1 0,-1-1 0,0 0 0,0 0 0,0 0 0,0 0 0,0 0 0,0 1 0,0-1 0,0 0 0,0 0 0,0 0 0,0 0 0,0 1 0,0-1 0,0 0 0,0 0 0,0 0 0,0 1 0,0-1 0,0 0 0,0 0 0,0 0 0,0 0 0,0 1 0,0-1 0,0 0 0,0 0 0,0 0 0,0 0 0,-1 0 0,1 1 0,0-1 0,0 0 0,0 0 0,0 0 0,0 0 0,0 0 0,-1 0 0,-12 12 0,11-12 0,1 1 0,0 0 0,0 0 0,-1-1 0,1 1 0,0 0 0,0 0 0,0 0 0,0 0 0,0 0 0,0 0 0,0 1 0,0-1 0,1 0 0,-1 0 0,0 1 0,1-1 0,-1 0 0,1 1 0,-1 1 0,2-1 0,1 0 0,0 0 0,-1-1 0,1 1 0,0 0 0,0-1 0,0 1 0,0-1 0,0 1 0,0-1 0,0 0 0,1 0 0,-1 0 0,0 0 0,1-1 0,-1 1 0,1-1 0,-1 1 0,5-1 0,52 3 0,-51-3 0,179 7 0,-330-26 0,-14 3 0,335 16 0,-245-1 0,31-1 0,-1 2 0,-42 5 0,77-5 0,0 1 0,0-1 0,0 1 0,0 0 0,0 0 0,1 0 0,-1 0 0,0 0 0,0 0 0,1 0 0,-1 0 0,1 1 0,-1-1 0,1 1 0,-1-1 0,1 1 0,0-1 0,0 1 0,0 0 0,0 0 0,0 0 0,0-1 0,0 1 0,1 0 0,-2 3 0,2-4 0,0 1 0,0-1 0,0 0 0,0 0 0,0 0 0,0 1 0,0-1 0,0 0 0,0 0 0,0 0 0,1 0 0,-1 0 0,1 1 0,-1-1 0,1 0 0,-1 0 0,1 0 0,-1 0 0,1 0 0,0 0 0,0 0 0,-1 0 0,1-1 0,0 1 0,0 0 0,0 0 0,0-1 0,0 1 0,0-1 0,0 1 0,0-1 0,0 1 0,0-1 0,1 1 0,-1-1 0,0 0 0,0 0 0,0 1 0,0-1 0,1 0 0,-1 0 0,0 0 0,2-1 0,188-9 0,80 19 0,-211-9 0,-54 0 0,-8 0 0,-33 0 0,-138 0-1365,165 0-5461</inkml:trace>
</inkml:ink>
</file>

<file path=ppt/ink/ink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10-18T17:33:45.132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1 0 24575,'0'6'0,"0"1"0,0-1 0,0 0 0,1 0 0,0 0 0,0 0 0,0 0 0,1 0 0,2 6 0,-2-10 0,-1 0 0,1 0 0,0 0 0,0 0 0,0-1 0,0 1 0,0 0 0,1-1 0,-1 0 0,0 1 0,1-1 0,-1 0 0,1 0 0,-1 0 0,1-1 0,-1 1 0,1-1 0,0 1 0,-1-1 0,1 0 0,0 0 0,-1 0 0,4-1 0,192-2 0,-306-12-1365,93 13-5461</inkml:trace>
</inkml:ink>
</file>

<file path=ppt/ink/ink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10-18T17:33:49.400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30 58 24575,'0'0'0,"0"0"0,0 0 0,0 1 0,0-1 0,-1 0 0,1 0 0,0 1 0,0-1 0,0 0 0,0 0 0,-1 0 0,1 1 0,0-1 0,0 0 0,-1 0 0,1 0 0,0 0 0,0 0 0,-1 1 0,1-1 0,0 0 0,0 0 0,-1 0 0,1 0 0,0 0 0,0 0 0,-1 0 0,1 0 0,0 0 0,0 0 0,-1 0 0,1 0 0,0 0 0,-1 0 0,1 0 0,0 0 0,0 0 0,-1-1 0,1 1 0,0 0 0,0 0 0,0 0 0,-1 0 0,1 0 0,0-1 0,0 1 0,-1 0 0,1 0 0,0 0 0,0-1 0,0 1 0,0 0 0,0 0 0,-1-1 0,1 1 0,0 0 0,0 0 0,0-1 0,0 1 0,0 0 0,0 0 0,0-1 0,0 1 0,-14 19 0,13-18 0,1 1 0,-1-1 0,1 1 0,-1-1 0,1 1 0,0 0 0,0-1 0,-1 1 0,1-1 0,0 1 0,0 0 0,1-1 0,-1 1 0,0-1 0,0 1 0,1-1 0,-1 1 0,1-1 0,0 1 0,-1-1 0,1 1 0,0-1 0,0 0 0,0 1 0,1 1 0,0-2 0,0 1 0,1 0 0,-1 0 0,1-1 0,-1 0 0,1 1 0,0-1 0,-1 0 0,1 0 0,0 0 0,0-1 0,0 1 0,3 0 0,-3-1 0,1 1 0,-1-1 0,1 0 0,-1 0 0,1 0 0,-1 0 0,0 0 0,1-1 0,-1 1 0,1-1 0,-1 0 0,0 0 0,1-1 0,-1 1 0,0-1 0,0 1 0,0-1 0,0 0 0,-1 0 0,1 0 0,0 0 0,-1-1 0,5-4 0,-7 5 0,0-1 0,0 1 0,0-1 0,0 1 0,0-1 0,0 1 0,-1-1 0,1 1 0,-1 0 0,1-1 0,-1 1 0,0 0 0,0-1 0,0 1 0,-1 0 0,1 0 0,0 0 0,-1 0 0,1 0 0,-1 0 0,0 0 0,1 1 0,-1-1 0,0 0 0,-2 0 0,2 0 0,0 0 0,0 1 0,0-1 0,1 1 0,-1-1 0,-1 1 0,1 0 0,0 0 0,0 0 0,0 0 0,-1 0 0,1 0 0,0 1 0,-1-1 0,1 1 0,0-1 0,-1 1 0,1 0 0,-1 0 0,1 0 0,0 1 0,-1-1 0,1 0 0,-1 1 0,-2 1 0,4-2 0,0 1 0,0-1 0,0 1 0,0-1 0,1 1 0,-1-1 0,0 1 0,0 0 0,1 0 0,-1-1 0,1 1 0,-1 0 0,0 0 0,1 0 0,0 0 0,-1 0 0,1-1 0,-1 1 0,1 0 0,0 0 0,0 0 0,0 0 0,-1 0 0,1 0 0,0 0 0,0 0 0,0 0 0,0 0 0,1 0 0,-1 0 0,0 0 0,0 0 0,1 0 0,-1 0 0,0 0 0,1 0 0,-1 0 0,1 0 0,-1-1 0,1 1 0,-1 0 0,1 0 0,0-1 0,0 1 0,-1 0 0,1-1 0,0 1 0,0 0 0,0-1 0,-1 1 0,1-1 0,2 1 0,1 2 0,0-1 0,0 1 0,0-1 0,1 0 0,-1-1 0,1 1 0,-1-1 0,1 0 0,9 1 0,-13-1 0,0-1 0,1 0 0,-1 0 0,0 0 0,0 0 0,1 0 0,-1 0 0,0-1 0,1 1 0,-1 0 0,0-1 0,0 1 0,1-1 0,-1 1 0,0-1 0,0 1 0,0-1 0,0 0 0,0 0 0,0 1 0,0-1 0,0 0 0,0 0 0,0 0 0,0 0 0,-1 0 0,1 0 0,0-1 0,-1 1 0,1 0 0,-1 0 0,1 0 0,-1-1 0,1 1 0,-1 0 0,0-2 0,0-3 0,0 1 0,-1-1 0,0 1 0,0 0 0,0-1 0,-4-8 0,3 6 0,2 8 0,0-1 0,0 0 0,1 1 0,-1-1 0,1 0 0,-1 1 0,0-1 0,1 1 0,-1-1 0,1 1 0,0-1 0,-1 1 0,1-1 0,-1 1 0,1-1 0,0 1 0,-1 0 0,1-1 0,0 1 0,-1 0 0,1-1 0,0 1 0,-1 0 0,1 0 0,0 0 0,0 0 0,-1 0 0,1 0 0,0 0 0,0 0 0,-1 0 0,1 0 0,0 0 0,1 1 0,35-1 0,-32 0 0,140 2-1365,-130-2-5461</inkml:trace>
</inkml:ink>
</file>

<file path=ppt/ink/ink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10-18T17:32:14.511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0 0 24575,'0'0'-8191</inkml:trace>
</inkml:ink>
</file>

<file path=ppt/ink/ink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10-18T17:33:30.446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2 19 24575,'0'17'0,"-1"-9"0,1 1 0,0-1 0,0 1 0,1-1 0,3 13 0,-4-19 0,0-1 0,1 0 0,-1 0 0,1 0 0,0 1 0,-1-1 0,1 0 0,0 0 0,-1 0 0,1 0 0,0 0 0,0 0 0,0-1 0,0 1 0,0 0 0,0 0 0,0-1 0,0 1 0,1 0 0,-1-1 0,0 1 0,0-1 0,0 0 0,1 1 0,-1-1 0,0 0 0,0 0 0,1 0 0,-1 1 0,0-2 0,1 1 0,-1 0 0,0 0 0,0 0 0,1 0 0,-1-1 0,0 1 0,0-1 0,1 1 0,-1-1 0,0 1 0,0-1 0,1-1 0,-1 1 0,0 0 0,0 0 0,0 0 0,0 0 0,0 0 0,-1 0 0,1 0 0,0 0 0,-1 0 0,1-1 0,-1 1 0,1 0 0,-1-1 0,0 1 0,1 0 0,-1 0 0,0-1 0,0 1 0,0 0 0,0-1 0,0 1 0,0 0 0,0-1 0,-1 1 0,1 0 0,-1-1 0,1 1 0,0 0 0,-2-3 0,0-1 0,0 0 0,0 0 0,0 0 0,-1 0 0,1 0 0,-6-6 0,8 11 0,0 0 0,0 0 0,0-1 0,0 1 0,-1 0 0,1 0 0,0-1 0,0 1 0,-1 0 0,1 0 0,0 0 0,0 0 0,-1 0 0,1-1 0,0 1 0,0 0 0,-1 0 0,1 0 0,0 0 0,-1 0 0,1 0 0,0 0 0,0 0 0,-1 0 0,1 0 0,0 0 0,-1 0 0,1 0 0,0 0 0,-1 0 0,1 0 0,0 1 0,0-1 0,-1 0 0,1 0 0,0 0 0,0 0 0,-1 0 0,1 1 0,0-1 0,0 0 0,0 0 0,-1 1 0,-8 17 0,1 20 0,8-32 0,1 39 0,-1-44 0,0-1 0,0 1 0,0-1 0,0 1 0,0 0 0,0-1 0,0 1 0,0-1 0,0 1 0,0 0 0,1-1 0,-1 1 0,0-1 0,0 1 0,1-1 0,-1 1 0,0 0 0,1-1 0,-1 1 0,0-1 0,1 0 0,-1 1 0,1-1 0,-1 1 0,1-1 0,-1 0 0,1 1 0,-1-1 0,1 0 0,-1 1 0,1-1 0,-1 0 0,1 0 0,0 0 0,-1 1 0,1-1 0,-1 0 0,1 0 0,0 0 0,-1 0 0,1 0 0,-1 0 0,1 0 0,0 0 0,-1-1 0,1 1 0,-1 0 0,1 0 0,0 0 0,-1-1 0,1 1 0,-1 0 0,1-1 0,-1 1 0,1 0 0,-1-1 0,1 1 0,-1 0 0,1-2 0,1 0 0,0-1 0,0 1 0,0-1 0,-1 1 0,1-1 0,-1 0 0,0 0 0,0 0 0,0 0 0,0 0 0,0 0 0,-1 0 0,1 0 0,-1 0 0,0 0 0,0 0 0,0 0 0,-1-6 0,1 5 0,0-1 0,0 1 0,0 0 0,0 0 0,1 0 0,0-1 0,0 1 0,2-7 0,-3 12 0,0 0 0,0-1 0,0 1 0,0 0 0,0-1 0,0 1 0,0 0 0,0-1 0,0 1 0,1-1 0,-1 1 0,0 0 0,0-1 0,0 1 0,1 0 0,-1-1 0,0 1 0,1-1 0,-1 1 0,1-1 0,-1 1 0,0-1 0,1 1 0,-1-1 0,1 0 0,0 1 0,-1-1 0,1 1 0,-1-1 0,1 0 0,-1 0 0,1 1 0,0-1 0,-1 0 0,1 0 0,0 0 0,-1 0 0,1 0 0,-1 0 0,1 0 0,0 0 0,-1 0 0,1 0 0,0 0 0,-1 0 0,1 0 0,0 0 0,-1 0 0,1-1 0,-1 1 0,1 0 0,0-1 0,-1 1 0,1 0 0,-1-1 0,2 0 0,-3 2 0,1-1 0,0 1 0,0-1 0,0 1 0,-1-1 0,1 1 0,0-1 0,0 1 0,0-1 0,0 1 0,0-1 0,0 1 0,0-1 0,0 1 0,0 0 0,0-1 0,0 1 0,1-1 0,-1 1 0,0-1 0,0 1 0,0-1 0,1 1 0,-1-1 0,0 1 0,1-1 0,-1 0 0,0 1 0,1-1 0,-1 1 0,0-1 0,1 0 0,-1 1 0,1-1 0,-1 0 0,1 1 0,-1-1 0,1 0 0,-1 0 0,1 0 0,-1 1 0,1-1 0,-1 0 0,1 0 0,-1 0 0,1 0 0,0 0 0,-1 0 0,1 0 0,-1 0 0,1 0 0,-1 0 0,1-1 0,41-2 0,-31 1 0,59-3 0,-64 4 0,-8 2 0,-36 4 0,245 1 0,-183-6 0,6 0 0,-55 0 0,4-1 0,15 0 0,-1 1 0,1-1 0,0 1 0,-1 1 0,1-1 0,0 1 0,-1 0 0,-11 4 0,70-1 0,155-3 0,-235 0 0,20-2 0,0 1 0,0 1 0,0-1 0,0 1 0,0 0 0,1 1 0,-1 0 0,-14 5 0,22-7 0,0 1 0,1-1 0,-1 0 0,0 1 0,0-1 0,0 0 0,0 0 0,0 1 0,0-1 0,0 0 0,0 0 0,0 1 0,1-1 0,-1 0 0,0 0 0,0 1 0,0-1 0,1 0 0,-1 0 0,0 0 0,0 1 0,0-1 0,1 0 0,-1 0 0,0 0 0,0 0 0,1 0 0,-1 0 0,0 1 0,1-1 0,-1 0 0,0 0 0,0 0 0,1 0 0,-1 0 0,0 0 0,1 0 0,-1 0 0,0 0 0,0 0 0,1 0 0,-1 0 0,0-1 0,0 1 0,1 0 0,18 3 0,154-1 0,-271-1 0,81 0 0,68 2 0,262 1 0,-512-14 0,477 11 0,-256-4 0,-30 0 0,-34-3 0,-93 0 0,174 7 0,53-3 0,-101-2 0,5 2 0,23 5 0,68 9 0,-27-4 0,-48-6 0,-19-1 0,-27-2 0,32 1 0,22 0 0,-8 0 0,-16 0 0,-34 0 0,-62 0 0,86 0 0,-17 1 0,-51 7 0,72-5 0,10 0 0,19 4 0,29 2 0,-3-7 0,67-5 0,-10-1 0,-229-22 0,111 22 0,16 0 0,23-4 0,-5 2 0,-39 2 0,-128 4 0,-58-4 0,352-2 0,51 7 0,-670-11 0,612 12 0,170-7 0,-566-8 0,229 12 0,65 1 0,-11 0 0,24 0 0,33 1 0,154-18 0,-219 12 0,-19 0 0,-28-3 0,-129-7 0,-270 11 0,424 4 0,11 1 0,31 2 0,52 2 0,5-5 0,-85 0 0,-11 0 0,-50 0 0,-9 0 0,141 24 0,-61-21 0,20 4 0,-39-7 0,0 0 0,0 0 0,0 0 0,0 0 0,0 0 0,0 0 0,0 0 0,0 0 0,0 0 0,0 0 0,0 0 0,0 1 0,0-1 0,0 0 0,0 0 0,0 0 0,0 0 0,0 0 0,0 0 0,0 0 0,0 0 0,0 0 0,0 0 0,0 0 0,0 0 0,0 0 0,0 0 0,0 1 0,0-1 0,0 0 0,0 0 0,0 0 0,0 0 0,0 0 0,0 0 0,-25 0 0,-242-10 0,536 20 0,-473-10 0,504 8 0,-240-7 0,-16-1 0,-91-1 0,-241-8 0,492 9 0,-302-2 0,31 0 0,-85 8 0,269 12 0,-10-8 0,129-3 0,-205 7 0,-11-8 0,1-2 0,0-1 0,0-1 0,39 0 0,-55-3 0,-1 0 0,1 0 0,-1-1 0,1 1 0,-1-1 0,8-5 0,21-7 0,-5 5 0,-28 6 0,-19 2 0,-2 2 0,12 0 0,1-1 0,-1 0 0,0 0 0,1 0 0,-1-1 0,1 0 0,-1-1 0,1 0 0,-14-5 0,71 1 0,-19 9 0,-32 3 0,-15 3 0,3-5 0,-1-1 0,0 0 0,0-1 0,0 0 0,0-2 0,0 1 0,0-2 0,-15-2 0,-23 1 0,-8 2 0,0-3 0,-97-17 0,121 16 0,30 4 0,-1 0 0,1-1 0,-1 0 0,1 0 0,0-1 0,0 0 0,0 0 0,-7-4 0,13 2 0,11 0 0,20-1 0,-22 4 0,-8 1 0,0 0 0,1 0 0,-1 1 0,1-1 0,-1 0 0,1 0 0,-1 0 0,0 0 0,1 0 0,-1-1 0,1 1 0,-1 0 0,1 0 0,-1 0 0,0 0 0,1 0 0,-1 0 0,0-1 0,1 1 0,-1 0 0,0 0 0,1-1 0,-1 1 0,0 0 0,1-1 0,-1 1 0,0 0 0,1-1 0,-1 1 0,0 0 0,0-1 0,0 1 0,1 0 0,-1-1 0,-16-4 0,-27 0 0,13 4 0,20 0 0,1 0 0,0 1 0,-1 0 0,1 0 0,-1 1 0,1 1 0,-15 3 0,25-4 0,-1 1 0,1-1 0,0 1 0,0-1 0,-1 0 0,1 1 0,0-1 0,0 0 0,0 0 0,0 0 0,0 0 0,1 0 0,-1 0 0,0 0 0,0 0 0,3 1 0,15 16 0,-18-16 0,1 0 0,0 0 0,1 0 0,-1 0 0,0-1 0,0 1 0,1-1 0,-1 1 0,1-1 0,4 2 0,-6-3 0,0 1 0,0-1 0,-1 1 0,1-1 0,0 0 0,0 1 0,0-1 0,0 0 0,0 0 0,0 0 0,0 1 0,0-1 0,0 0 0,0-1 0,0 1 0,0 0 0,0 0 0,0 0 0,0 0 0,0-1 0,0 1 0,0-1 0,0 1 0,0 0 0,0-1 0,0 0 0,0 1 0,-1-1 0,1 1 0,0-1 0,0 0 0,0-1 0,-1 2 0,0-1 0,0 0 0,-1 0 0,1 1 0,0-1 0,0 0 0,-1 1 0,1-1 0,0 0 0,-1 1 0,1-1 0,0 1 0,-1-1 0,1 1 0,-1-1 0,1 1 0,-1-1 0,0 1 0,1-1 0,-1 1 0,1-1 0,-1 1 0,0 0 0,1-1 0,-1 1 0,0 0 0,0 0 0,1 0 0,-1-1 0,0 1 0,1 0 0,-1 0 0,-1 0 0,-27-5 0,22 4 0,1 0 0,0 0 0,0 1 0,-1-1 0,1 1 0,0 1 0,0-1 0,-9 3 0,15-3 0,0 0 0,-1 0 0,1 0 0,0 0 0,0 0 0,0 0 0,0 0 0,0 0 0,0 0 0,-1 0 0,1 1 0,0-1 0,0 0 0,0 0 0,0 0 0,0 0 0,0 0 0,0 0 0,0 1 0,0-1 0,0 0 0,-1 0 0,1 0 0,0 0 0,0 0 0,0 1 0,0-1 0,0 0 0,0 0 0,0 0 0,0 0 0,0 1 0,0-1 0,0 0 0,0 0 0,1 0 0,-1 0 0,0 0 0,0 1 0,0-1 0,0 0 0,0 0 0,0 0 0,0 0 0,0 0 0,0 0 0,0 0 0,1 1 0,-1-1 0,0 0 0,0 0 0,0 0 0,0 0 0,0 0 0,0 0 0,1 0 0,13 9 0,16 4 0,-8-7 0,-18-6 0,1 1 0,0 0 0,0 0 0,-1 0 0,1 1 0,-1 0 0,1 0 0,-1 0 0,0 0 0,7 5 0,-11-6 0,0-1 0,0 0 0,0 1 0,1-1 0,-1 1 0,0-1 0,0 0 0,0 1 0,0-1 0,0 1 0,0-1 0,0 1 0,0-1 0,0 0 0,0 1 0,0-1 0,0 1 0,-1-1 0,1 1 0,0-1 0,0 0 0,0 1 0,0-1 0,-1 0 0,1 1 0,0-1 0,0 1 0,-1-1 0,1 0 0,0 0 0,-1 1 0,1-1 0,0 0 0,-2 1 0,-18 11 0,-1 2 0,23-6 0,16 0 0,-16-7 0,35 9 0,-35-10 0,-1 1 0,1-1 0,-1 0 0,1 1 0,0-1 0,-1 0 0,1 0 0,-1 0 0,1 0 0,0 0 0,-1 0 0,1-1 0,-1 1 0,1 0 0,-1-1 0,1 1 0,-1-1 0,4-1 0,-5 1 0,-1 0 0,1 1 0,0-1 0,0 0 0,0 1 0,-1-1 0,1 0 0,0 1 0,-1-1 0,1 1 0,0-1 0,-1 1 0,1-1 0,-1 0 0,1 1 0,-1 0 0,1-1 0,-1 1 0,1-1 0,-1 1 0,1 0 0,-1-1 0,0 1 0,1 0 0,-1-1 0,0 1 0,1 0 0,-1 0 0,0 0 0,1 0 0,-1 0 0,-1 0 0,-24-8 0,3 6 0,16 2 0,0 0 0,0-1 0,1 1 0,-1-1 0,0-1 0,1 1 0,-1-1 0,1-1 0,-1 1 0,1-1 0,-9-5 0,52-6 0,57 8 0,-89 5 0,-11 1 0,-85 2 0,-121-4 0,95-7 0,132 9 0,11 0 0,0 1 0,50 7 0,-110-4 0,21 0 0,24 1 0,61 0 0,-65-5 0,-47 0 0,-37 0 0,48 0 0,26 0 0,12 0 0,34 0 0,-40 0 0,-6 0 0,-23 0 0,-40 0 0,38 0 0,25 0 0,9 0 0,48 1 0,100 14 0,-242-16 0,47 3 0,35-2 0,14 0 0,19 2 0,-20-1 0,1-1 0,0 1 0,0-1 0,-1-1 0,1 1 0,0-1 0,7-2 0,-16 1 0,-1 1 0,1 0 0,-1 0 0,0 0 0,1 0 0,-1 0 0,0 0 0,0 0 0,0 1 0,0-1 0,1 1 0,-5-1 0,-97-11 0,26 5 0,65 4 0,12 0 0,20-2 0,-2 2 0,-34 5 0,-4 5 0,18 4 0,3-9 0,1 0 0,-1 0 0,1 0 0,0 0 0,0 0 0,0 0 0,0 0 0,0-1 0,0 1 0,1-1 0,-1 0 0,3 2 0,-3-2 0,0 0 0,1 0 0,-1 0 0,1 0 0,-1 0 0,1 0 0,-1-1 0,1 1 0,-1-1 0,1 0 0,0 0 0,3 0 0,2-9 0,-14-12 0,5 20 0,1 0 0,-1 0 0,0-1 0,0 1 0,0 0 0,0 0 0,0 0 0,0 0 0,0 0 0,0 0 0,-1 0 0,1 0 0,0 0 0,0 1 0,-1-1 0,1 1 0,-1-1 0,1 1 0,0-1 0,-1 1 0,1 0 0,-1-1 0,1 1 0,-1 0 0,1 0 0,-1 0 0,1 0 0,-1 1 0,1-1 0,-1 0 0,1 1 0,-1-1 0,1 0 0,-1 1 0,1 0 0,0-1 0,-1 1 0,1 0 0,0 0 0,-1 1 0,2-3 3,0 1 0,0-1 0,0 1 1,0 0-1,0-1 0,-1 1 0,1-1 0,0 1 0,0-1 0,0 1 0,0 0 0,0-1 0,-1 1 0,1 0 0,0-1 0,0 1 0,-1 0 1,1-1-1,0 1 0,0 0 0,-1-1 0,1 1 0,0 0 0,-1 0 0,1-1 0,0 1 0,-1 0 0,1 0 0,-1 0 0,1-1 0,0 1 0,-1 0 1,1 0-1,-1 0 0,1 0 0,0 0 0,-1 0 0,0 0 0,-17-5-1488,12 6-5341</inkml:trace>
</inkml:ink>
</file>

<file path=ppt/ink/ink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10-18T17:33:34.707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58 39 24575,'-1'-1'0,"1"0"0,-1-1 0,0 1 0,0-1 0,1 1 0,-1 0 0,0 0 0,0-1 0,0 1 0,0 0 0,0 0 0,-1 0 0,1 0 0,0 0 0,0 0 0,-1 0 0,1 1 0,0-1 0,-1 0 0,1 1 0,-1-1 0,1 1 0,-1 0 0,1-1 0,-1 1 0,0 0 0,1 0 0,-1 0 0,-2 0 0,-14-4 0,66-3 0,-18 5 0,-19 1 0,-1 1 0,0-1 0,1 2 0,-1-1 0,0 1 0,11 3 0,-21-4 0,0 0 0,0 0 0,0 0 0,1 0 0,-1 0 0,0 0 0,0 0 0,0 0 0,0 1 0,1-1 0,-1 0 0,0 0 0,0 0 0,0 0 0,0 0 0,0 0 0,0 0 0,1 1 0,-1-1 0,0 0 0,0 0 0,0 0 0,0 0 0,0 0 0,0 1 0,0-1 0,0 0 0,0 0 0,0 0 0,0 0 0,0 1 0,0-1 0,0 0 0,0 0 0,0 0 0,0 1 0,0-1 0,0 0 0,0 0 0,0 0 0,0 0 0,0 1 0,0-1 0,0 0 0,0 0 0,0 0 0,0 0 0,-1 0 0,1 1 0,0-1 0,0 0 0,0 0 0,0 0 0,0 0 0,0 0 0,-1 0 0,-12 12 0,11-12 0,1 1 0,0 0 0,0 0 0,-1-1 0,1 1 0,0 0 0,0 0 0,0 0 0,0 0 0,0 0 0,0 0 0,0 1 0,0-1 0,1 0 0,-1 0 0,0 1 0,1-1 0,-1 0 0,1 1 0,-1 1 0,2-1 0,1 0 0,0 0 0,-1-1 0,1 1 0,0 0 0,0-1 0,0 1 0,0-1 0,0 1 0,0-1 0,0 0 0,1 0 0,-1 0 0,0 0 0,1-1 0,-1 1 0,1-1 0,-1 1 0,5-1 0,52 3 0,-51-3 0,179 7 0,-330-26 0,-14 3 0,335 16 0,-245-1 0,31-1 0,-1 2 0,-42 5 0,77-5 0,0 1 0,0-1 0,0 1 0,0 0 0,0 0 0,1 0 0,-1 0 0,0 0 0,0 0 0,1 0 0,-1 0 0,1 1 0,-1-1 0,1 1 0,-1-1 0,1 1 0,0-1 0,0 1 0,0 0 0,0 0 0,0 0 0,0-1 0,0 1 0,1 0 0,-2 3 0,2-4 0,0 1 0,0-1 0,0 0 0,0 0 0,0 0 0,0 1 0,0-1 0,0 0 0,0 0 0,0 0 0,1 0 0,-1 0 0,1 1 0,-1-1 0,1 0 0,-1 0 0,1 0 0,-1 0 0,1 0 0,0 0 0,0 0 0,-1 0 0,1-1 0,0 1 0,0 0 0,0 0 0,0-1 0,0 1 0,0-1 0,0 1 0,0-1 0,0 1 0,0-1 0,1 1 0,-1-1 0,0 0 0,0 0 0,0 1 0,0-1 0,1 0 0,-1 0 0,0 0 0,2-1 0,188-9 0,80 19 0,-211-9 0,-54 0 0,-8 0 0,-33 0 0,-138 0-1365,165 0-5461</inkml:trace>
</inkml:ink>
</file>

<file path=ppt/ink/ink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10-18T17:33:45.132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1 0 24575,'0'6'0,"0"1"0,0-1 0,0 0 0,1 0 0,0 0 0,0 0 0,0 0 0,1 0 0,2 6 0,-2-10 0,-1 0 0,1 0 0,0 0 0,0 0 0,0-1 0,0 1 0,0 0 0,1-1 0,-1 0 0,0 1 0,1-1 0,-1 0 0,1 0 0,-1 0 0,1-1 0,-1 1 0,1-1 0,0 1 0,-1-1 0,1 0 0,0 0 0,-1 0 0,4-1 0,192-2 0,-306-12-1365,93 13-5461</inkml:trace>
</inkml:ink>
</file>

<file path=ppt/ink/ink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10-18T17:33:49.400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30 58 24575,'0'0'0,"0"0"0,0 0 0,0 1 0,0-1 0,-1 0 0,1 0 0,0 1 0,0-1 0,0 0 0,0 0 0,-1 0 0,1 1 0,0-1 0,0 0 0,-1 0 0,1 0 0,0 0 0,0 0 0,-1 1 0,1-1 0,0 0 0,0 0 0,-1 0 0,1 0 0,0 0 0,0 0 0,-1 0 0,1 0 0,0 0 0,0 0 0,-1 0 0,1 0 0,0 0 0,-1 0 0,1 0 0,0 0 0,0 0 0,-1-1 0,1 1 0,0 0 0,0 0 0,0 0 0,-1 0 0,1 0 0,0-1 0,0 1 0,-1 0 0,1 0 0,0 0 0,0-1 0,0 1 0,0 0 0,0 0 0,-1-1 0,1 1 0,0 0 0,0 0 0,0-1 0,0 1 0,0 0 0,0 0 0,0-1 0,0 1 0,-14 19 0,13-18 0,1 1 0,-1-1 0,1 1 0,-1-1 0,1 1 0,0 0 0,0-1 0,-1 1 0,1-1 0,0 1 0,0 0 0,1-1 0,-1 1 0,0-1 0,0 1 0,1-1 0,-1 1 0,1-1 0,0 1 0,-1-1 0,1 1 0,0-1 0,0 0 0,0 1 0,1 1 0,0-2 0,0 1 0,1 0 0,-1 0 0,1-1 0,-1 0 0,1 1 0,0-1 0,-1 0 0,1 0 0,0 0 0,0-1 0,0 1 0,3 0 0,-3-1 0,1 1 0,-1-1 0,1 0 0,-1 0 0,1 0 0,-1 0 0,0 0 0,1-1 0,-1 1 0,1-1 0,-1 0 0,0 0 0,1-1 0,-1 1 0,0-1 0,0 1 0,0-1 0,0 0 0,-1 0 0,1 0 0,0 0 0,-1-1 0,5-4 0,-7 5 0,0-1 0,0 1 0,0-1 0,0 1 0,0-1 0,0 1 0,-1-1 0,1 1 0,-1 0 0,1-1 0,-1 1 0,0 0 0,0-1 0,0 1 0,-1 0 0,1 0 0,0 0 0,-1 0 0,1 0 0,-1 0 0,0 0 0,1 1 0,-1-1 0,0 0 0,-2 0 0,2 0 0,0 0 0,0 1 0,0-1 0,1 1 0,-1-1 0,-1 1 0,1 0 0,0 0 0,0 0 0,0 0 0,-1 0 0,1 0 0,0 1 0,-1-1 0,1 1 0,0-1 0,-1 1 0,1 0 0,-1 0 0,1 0 0,0 1 0,-1-1 0,1 0 0,-1 1 0,-2 1 0,4-2 0,0 1 0,0-1 0,0 1 0,0-1 0,1 1 0,-1-1 0,0 1 0,0 0 0,1 0 0,-1-1 0,1 1 0,-1 0 0,0 0 0,1 0 0,0 0 0,-1 0 0,1-1 0,-1 1 0,1 0 0,0 0 0,0 0 0,0 0 0,-1 0 0,1 0 0,0 0 0,0 0 0,0 0 0,0 0 0,1 0 0,-1 0 0,0 0 0,0 0 0,1 0 0,-1 0 0,0 0 0,1 0 0,-1 0 0,1 0 0,-1-1 0,1 1 0,-1 0 0,1 0 0,0-1 0,0 1 0,-1 0 0,1-1 0,0 1 0,0 0 0,0-1 0,-1 1 0,1-1 0,2 1 0,1 2 0,0-1 0,0 1 0,0-1 0,1 0 0,-1-1 0,1 1 0,-1-1 0,1 0 0,9 1 0,-13-1 0,0-1 0,1 0 0,-1 0 0,0 0 0,0 0 0,1 0 0,-1 0 0,0-1 0,1 1 0,-1 0 0,0-1 0,0 1 0,1-1 0,-1 1 0,0-1 0,0 1 0,0-1 0,0 0 0,0 0 0,0 1 0,0-1 0,0 0 0,0 0 0,0 0 0,0 0 0,-1 0 0,1 0 0,0-1 0,-1 1 0,1 0 0,-1 0 0,1 0 0,-1-1 0,1 1 0,-1 0 0,0-2 0,0-3 0,0 1 0,-1-1 0,0 1 0,0 0 0,0-1 0,-4-8 0,3 6 0,2 8 0,0-1 0,0 0 0,1 1 0,-1-1 0,1 0 0,-1 1 0,0-1 0,1 1 0,-1-1 0,1 1 0,0-1 0,-1 1 0,1-1 0,-1 1 0,1-1 0,0 1 0,-1 0 0,1-1 0,0 1 0,-1 0 0,1-1 0,0 1 0,-1 0 0,1 0 0,0 0 0,0 0 0,-1 0 0,1 0 0,0 0 0,0 0 0,-1 0 0,1 0 0,0 0 0,1 1 0,35-1 0,-32 0 0,140 2-1365,-130-2-5461</inkml:trace>
</inkml:ink>
</file>

<file path=ppt/ink/ink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10-18T17:32:14.511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0 0 24575,'0'0'-8191</inkml:trace>
</inkml:ink>
</file>

<file path=ppt/ink/ink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10-18T17:33:30.446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2 19 24575,'0'17'0,"-1"-9"0,1 1 0,0-1 0,0 1 0,1-1 0,3 13 0,-4-19 0,0-1 0,1 0 0,-1 0 0,1 0 0,0 1 0,-1-1 0,1 0 0,0 0 0,-1 0 0,1 0 0,0 0 0,0 0 0,0-1 0,0 1 0,0 0 0,0 0 0,0-1 0,0 1 0,1 0 0,-1-1 0,0 1 0,0-1 0,0 0 0,1 1 0,-1-1 0,0 0 0,0 0 0,1 0 0,-1 1 0,0-2 0,1 1 0,-1 0 0,0 0 0,0 0 0,1 0 0,-1-1 0,0 1 0,0-1 0,1 1 0,-1-1 0,0 1 0,0-1 0,1-1 0,-1 1 0,0 0 0,0 0 0,0 0 0,0 0 0,0 0 0,-1 0 0,1 0 0,0 0 0,-1 0 0,1-1 0,-1 1 0,1 0 0,-1-1 0,0 1 0,1 0 0,-1 0 0,0-1 0,0 1 0,0 0 0,0-1 0,0 1 0,0 0 0,0-1 0,-1 1 0,1 0 0,-1-1 0,1 1 0,0 0 0,-2-3 0,0-1 0,0 0 0,0 0 0,0 0 0,-1 0 0,1 0 0,-6-6 0,8 11 0,0 0 0,0 0 0,0-1 0,0 1 0,-1 0 0,1 0 0,0-1 0,0 1 0,-1 0 0,1 0 0,0 0 0,0 0 0,-1 0 0,1-1 0,0 1 0,0 0 0,-1 0 0,1 0 0,0 0 0,-1 0 0,1 0 0,0 0 0,0 0 0,-1 0 0,1 0 0,0 0 0,-1 0 0,1 0 0,0 0 0,-1 0 0,1 0 0,0 1 0,0-1 0,-1 0 0,1 0 0,0 0 0,0 0 0,-1 0 0,1 1 0,0-1 0,0 0 0,0 0 0,-1 1 0,-8 17 0,1 20 0,8-32 0,1 39 0,-1-44 0,0-1 0,0 1 0,0-1 0,0 1 0,0 0 0,0-1 0,0 1 0,0-1 0,0 1 0,0 0 0,1-1 0,-1 1 0,0-1 0,0 1 0,1-1 0,-1 1 0,0 0 0,1-1 0,-1 1 0,0-1 0,1 0 0,-1 1 0,1-1 0,-1 1 0,1-1 0,-1 0 0,1 1 0,-1-1 0,1 0 0,-1 1 0,1-1 0,-1 0 0,1 0 0,0 0 0,-1 1 0,1-1 0,-1 0 0,1 0 0,0 0 0,-1 0 0,1 0 0,-1 0 0,1 0 0,0 0 0,-1-1 0,1 1 0,-1 0 0,1 0 0,0 0 0,-1-1 0,1 1 0,-1 0 0,1-1 0,-1 1 0,1 0 0,-1-1 0,1 1 0,-1 0 0,1-2 0,1 0 0,0-1 0,0 1 0,0-1 0,-1 1 0,1-1 0,-1 0 0,0 0 0,0 0 0,0 0 0,0 0 0,0 0 0,-1 0 0,1 0 0,-1 0 0,0 0 0,0 0 0,0 0 0,-1-6 0,1 5 0,0-1 0,0 1 0,0 0 0,0 0 0,1 0 0,0-1 0,0 1 0,2-7 0,-3 12 0,0 0 0,0-1 0,0 1 0,0 0 0,0-1 0,0 1 0,0 0 0,0-1 0,0 1 0,1-1 0,-1 1 0,0 0 0,0-1 0,0 1 0,1 0 0,-1-1 0,0 1 0,1-1 0,-1 1 0,1-1 0,-1 1 0,0-1 0,1 1 0,-1-1 0,1 0 0,0 1 0,-1-1 0,1 1 0,-1-1 0,1 0 0,-1 0 0,1 1 0,0-1 0,-1 0 0,1 0 0,0 0 0,-1 0 0,1 0 0,-1 0 0,1 0 0,0 0 0,-1 0 0,1 0 0,0 0 0,-1 0 0,1 0 0,0 0 0,-1 0 0,1-1 0,-1 1 0,1 0 0,0-1 0,-1 1 0,1 0 0,-1-1 0,2 0 0,-3 2 0,1-1 0,0 1 0,0-1 0,0 1 0,-1-1 0,1 1 0,0-1 0,0 1 0,0-1 0,0 1 0,0-1 0,0 1 0,0-1 0,0 1 0,0 0 0,0-1 0,0 1 0,1-1 0,-1 1 0,0-1 0,0 1 0,0-1 0,1 1 0,-1-1 0,0 1 0,1-1 0,-1 0 0,0 1 0,1-1 0,-1 1 0,0-1 0,1 0 0,-1 1 0,1-1 0,-1 0 0,1 1 0,-1-1 0,1 0 0,-1 0 0,1 0 0,-1 1 0,1-1 0,-1 0 0,1 0 0,-1 0 0,1 0 0,0 0 0,-1 0 0,1 0 0,-1 0 0,1 0 0,-1 0 0,1-1 0,41-2 0,-31 1 0,59-3 0,-64 4 0,-8 2 0,-36 4 0,245 1 0,-183-6 0,6 0 0,-55 0 0,4-1 0,15 0 0,-1 1 0,1-1 0,0 1 0,-1 1 0,1-1 0,0 1 0,-1 0 0,-11 4 0,70-1 0,155-3 0,-235 0 0,20-2 0,0 1 0,0 1 0,0-1 0,0 1 0,0 0 0,1 1 0,-1 0 0,-14 5 0,22-7 0,0 1 0,1-1 0,-1 0 0,0 1 0,0-1 0,0 0 0,0 0 0,0 1 0,0-1 0,0 0 0,0 0 0,0 1 0,1-1 0,-1 0 0,0 0 0,0 1 0,0-1 0,1 0 0,-1 0 0,0 0 0,0 1 0,0-1 0,1 0 0,-1 0 0,0 0 0,0 0 0,1 0 0,-1 0 0,0 1 0,1-1 0,-1 0 0,0 0 0,0 0 0,1 0 0,-1 0 0,0 0 0,1 0 0,-1 0 0,0 0 0,0 0 0,1 0 0,-1 0 0,0-1 0,0 1 0,1 0 0,18 3 0,154-1 0,-271-1 0,81 0 0,68 2 0,262 1 0,-512-14 0,477 11 0,-256-4 0,-30 0 0,-34-3 0,-93 0 0,174 7 0,53-3 0,-101-2 0,5 2 0,23 5 0,68 9 0,-27-4 0,-48-6 0,-19-1 0,-27-2 0,32 1 0,22 0 0,-8 0 0,-16 0 0,-34 0 0,-62 0 0,86 0 0,-17 1 0,-51 7 0,72-5 0,10 0 0,19 4 0,29 2 0,-3-7 0,67-5 0,-10-1 0,-229-22 0,111 22 0,16 0 0,23-4 0,-5 2 0,-39 2 0,-128 4 0,-58-4 0,352-2 0,51 7 0,-670-11 0,612 12 0,170-7 0,-566-8 0,229 12 0,65 1 0,-11 0 0,24 0 0,33 1 0,154-18 0,-219 12 0,-19 0 0,-28-3 0,-129-7 0,-270 11 0,424 4 0,11 1 0,31 2 0,52 2 0,5-5 0,-85 0 0,-11 0 0,-50 0 0,-9 0 0,141 24 0,-61-21 0,20 4 0,-39-7 0,0 0 0,0 0 0,0 0 0,0 0 0,0 0 0,0 0 0,0 0 0,0 0 0,0 0 0,0 0 0,0 0 0,0 1 0,0-1 0,0 0 0,0 0 0,0 0 0,0 0 0,0 0 0,0 0 0,0 0 0,0 0 0,0 0 0,0 0 0,0 0 0,0 0 0,0 0 0,0 0 0,0 1 0,0-1 0,0 0 0,0 0 0,0 0 0,0 0 0,0 0 0,0 0 0,-25 0 0,-242-10 0,536 20 0,-473-10 0,504 8 0,-240-7 0,-16-1 0,-91-1 0,-241-8 0,492 9 0,-302-2 0,31 0 0,-85 8 0,269 12 0,-10-8 0,129-3 0,-205 7 0,-11-8 0,1-2 0,0-1 0,0-1 0,39 0 0,-55-3 0,-1 0 0,1 0 0,-1-1 0,1 1 0,-1-1 0,8-5 0,21-7 0,-5 5 0,-28 6 0,-19 2 0,-2 2 0,12 0 0,1-1 0,-1 0 0,0 0 0,1 0 0,-1-1 0,1 0 0,-1-1 0,1 0 0,-14-5 0,71 1 0,-19 9 0,-32 3 0,-15 3 0,3-5 0,-1-1 0,0 0 0,0-1 0,0 0 0,0-2 0,0 1 0,0-2 0,-15-2 0,-23 1 0,-8 2 0,0-3 0,-97-17 0,121 16 0,30 4 0,-1 0 0,1-1 0,-1 0 0,1 0 0,0-1 0,0 0 0,0 0 0,-7-4 0,13 2 0,11 0 0,20-1 0,-22 4 0,-8 1 0,0 0 0,1 0 0,-1 1 0,1-1 0,-1 0 0,1 0 0,-1 0 0,0 0 0,1 0 0,-1-1 0,1 1 0,-1 0 0,1 0 0,-1 0 0,0 0 0,1 0 0,-1 0 0,0-1 0,1 1 0,-1 0 0,0 0 0,1-1 0,-1 1 0,0 0 0,1-1 0,-1 1 0,0 0 0,1-1 0,-1 1 0,0 0 0,0-1 0,0 1 0,1 0 0,-1-1 0,-16-4 0,-27 0 0,13 4 0,20 0 0,1 0 0,0 1 0,-1 0 0,1 0 0,-1 1 0,1 1 0,-15 3 0,25-4 0,-1 1 0,1-1 0,0 1 0,0-1 0,-1 0 0,1 1 0,0-1 0,0 0 0,0 0 0,0 0 0,0 0 0,1 0 0,-1 0 0,0 0 0,0 0 0,3 1 0,15 16 0,-18-16 0,1 0 0,0 0 0,1 0 0,-1 0 0,0-1 0,0 1 0,1-1 0,-1 1 0,1-1 0,4 2 0,-6-3 0,0 1 0,0-1 0,-1 1 0,1-1 0,0 0 0,0 1 0,0-1 0,0 0 0,0 0 0,0 0 0,0 1 0,0-1 0,0 0 0,0-1 0,0 1 0,0 0 0,0 0 0,0 0 0,0 0 0,0-1 0,0 1 0,0-1 0,0 1 0,0 0 0,0-1 0,0 0 0,0 1 0,-1-1 0,1 1 0,0-1 0,0 0 0,0-1 0,-1 2 0,0-1 0,0 0 0,-1 0 0,1 1 0,0-1 0,0 0 0,-1 1 0,1-1 0,0 0 0,-1 1 0,1-1 0,0 1 0,-1-1 0,1 1 0,-1-1 0,1 1 0,-1-1 0,0 1 0,1-1 0,-1 1 0,1-1 0,-1 1 0,0 0 0,1-1 0,-1 1 0,0 0 0,0 0 0,1 0 0,-1-1 0,0 1 0,1 0 0,-1 0 0,-1 0 0,-27-5 0,22 4 0,1 0 0,0 0 0,0 1 0,-1-1 0,1 1 0,0 1 0,0-1 0,-9 3 0,15-3 0,0 0 0,-1 0 0,1 0 0,0 0 0,0 0 0,0 0 0,0 0 0,0 0 0,0 0 0,-1 0 0,1 1 0,0-1 0,0 0 0,0 0 0,0 0 0,0 0 0,0 0 0,0 0 0,0 1 0,0-1 0,0 0 0,-1 0 0,1 0 0,0 0 0,0 0 0,0 1 0,0-1 0,0 0 0,0 0 0,0 0 0,0 0 0,0 1 0,0-1 0,0 0 0,0 0 0,1 0 0,-1 0 0,0 0 0,0 1 0,0-1 0,0 0 0,0 0 0,0 0 0,0 0 0,0 0 0,0 0 0,0 0 0,1 1 0,-1-1 0,0 0 0,0 0 0,0 0 0,0 0 0,0 0 0,0 0 0,1 0 0,13 9 0,16 4 0,-8-7 0,-18-6 0,1 1 0,0 0 0,0 0 0,-1 0 0,1 1 0,-1 0 0,1 0 0,-1 0 0,0 0 0,7 5 0,-11-6 0,0-1 0,0 0 0,0 1 0,1-1 0,-1 1 0,0-1 0,0 0 0,0 1 0,0-1 0,0 1 0,0-1 0,0 1 0,0-1 0,0 0 0,0 1 0,0-1 0,0 1 0,-1-1 0,1 1 0,0-1 0,0 0 0,0 1 0,0-1 0,-1 0 0,1 1 0,0-1 0,0 1 0,-1-1 0,1 0 0,0 0 0,-1 1 0,1-1 0,0 0 0,-2 1 0,-18 11 0,-1 2 0,23-6 0,16 0 0,-16-7 0,35 9 0,-35-10 0,-1 1 0,1-1 0,-1 0 0,1 1 0,0-1 0,-1 0 0,1 0 0,-1 0 0,1 0 0,0 0 0,-1 0 0,1-1 0,-1 1 0,1 0 0,-1-1 0,1 1 0,-1-1 0,4-1 0,-5 1 0,-1 0 0,1 1 0,0-1 0,0 0 0,0 1 0,-1-1 0,1 0 0,0 1 0,-1-1 0,1 1 0,0-1 0,-1 1 0,1-1 0,-1 0 0,1 1 0,-1 0 0,1-1 0,-1 1 0,1-1 0,-1 1 0,1 0 0,-1-1 0,0 1 0,1 0 0,-1-1 0,0 1 0,1 0 0,-1 0 0,0 0 0,1 0 0,-1 0 0,-1 0 0,-24-8 0,3 6 0,16 2 0,0 0 0,0-1 0,1 1 0,-1-1 0,0-1 0,1 1 0,-1-1 0,1-1 0,-1 1 0,1-1 0,-9-5 0,52-6 0,57 8 0,-89 5 0,-11 1 0,-85 2 0,-121-4 0,95-7 0,132 9 0,11 0 0,0 1 0,50 7 0,-110-4 0,21 0 0,24 1 0,61 0 0,-65-5 0,-47 0 0,-37 0 0,48 0 0,26 0 0,12 0 0,34 0 0,-40 0 0,-6 0 0,-23 0 0,-40 0 0,38 0 0,25 0 0,9 0 0,48 1 0,100 14 0,-242-16 0,47 3 0,35-2 0,14 0 0,19 2 0,-20-1 0,1-1 0,0 1 0,0-1 0,-1-1 0,1 1 0,0-1 0,7-2 0,-16 1 0,-1 1 0,1 0 0,-1 0 0,0 0 0,1 0 0,-1 0 0,0 0 0,0 0 0,0 1 0,0-1 0,1 1 0,-5-1 0,-97-11 0,26 5 0,65 4 0,12 0 0,20-2 0,-2 2 0,-34 5 0,-4 5 0,18 4 0,3-9 0,1 0 0,-1 0 0,1 0 0,0 0 0,0 0 0,0 0 0,0 0 0,0-1 0,0 1 0,1-1 0,-1 0 0,3 2 0,-3-2 0,0 0 0,1 0 0,-1 0 0,1 0 0,-1 0 0,1 0 0,-1-1 0,1 1 0,-1-1 0,1 0 0,0 0 0,3 0 0,2-9 0,-14-12 0,5 20 0,1 0 0,-1 0 0,0-1 0,0 1 0,0 0 0,0 0 0,0 0 0,0 0 0,0 0 0,0 0 0,-1 0 0,1 0 0,0 0 0,0 1 0,-1-1 0,1 1 0,-1-1 0,1 1 0,0-1 0,-1 1 0,1 0 0,-1-1 0,1 1 0,-1 0 0,1 0 0,-1 0 0,1 0 0,-1 1 0,1-1 0,-1 0 0,1 1 0,-1-1 0,1 0 0,-1 1 0,1 0 0,0-1 0,-1 1 0,1 0 0,0 0 0,-1 1 0,2-3 3,0 1 0,0-1 0,0 1 1,0 0-1,0-1 0,-1 1 0,1-1 0,0 1 0,0-1 0,0 1 0,0 0 0,0-1 0,-1 1 0,1 0 0,0-1 0,0 1 0,-1 0 1,1-1-1,0 1 0,0 0 0,-1-1 0,1 1 0,0 0 0,-1 0 0,1-1 0,0 1 0,-1 0 0,1 0 0,-1 0 0,1-1 0,0 1 0,-1 0 1,1 0-1,-1 0 0,1 0 0,0 0 0,-1 0 0,0 0 0,-17-5-1488,12 6-5341</inkml:trace>
</inkml:ink>
</file>

<file path=ppt/ink/ink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10-18T17:33:34.707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58 39 24575,'-1'-1'0,"1"0"0,-1-1 0,0 1 0,0-1 0,1 1 0,-1 0 0,0 0 0,0-1 0,0 1 0,0 0 0,0 0 0,-1 0 0,1 0 0,0 0 0,0 0 0,-1 0 0,1 1 0,0-1 0,-1 0 0,1 1 0,-1-1 0,1 1 0,-1 0 0,1-1 0,-1 1 0,0 0 0,1 0 0,-1 0 0,-2 0 0,-14-4 0,66-3 0,-18 5 0,-19 1 0,-1 1 0,0-1 0,1 2 0,-1-1 0,0 1 0,11 3 0,-21-4 0,0 0 0,0 0 0,0 0 0,1 0 0,-1 0 0,0 0 0,0 0 0,0 0 0,0 1 0,1-1 0,-1 0 0,0 0 0,0 0 0,0 0 0,0 0 0,0 0 0,0 0 0,1 1 0,-1-1 0,0 0 0,0 0 0,0 0 0,0 0 0,0 0 0,0 1 0,0-1 0,0 0 0,0 0 0,0 0 0,0 0 0,0 1 0,0-1 0,0 0 0,0 0 0,0 0 0,0 1 0,0-1 0,0 0 0,0 0 0,0 0 0,0 0 0,0 1 0,0-1 0,0 0 0,0 0 0,0 0 0,0 0 0,-1 0 0,1 1 0,0-1 0,0 0 0,0 0 0,0 0 0,0 0 0,0 0 0,-1 0 0,-12 12 0,11-12 0,1 1 0,0 0 0,0 0 0,-1-1 0,1 1 0,0 0 0,0 0 0,0 0 0,0 0 0,0 0 0,0 0 0,0 1 0,0-1 0,1 0 0,-1 0 0,0 1 0,1-1 0,-1 0 0,1 1 0,-1 1 0,2-1 0,1 0 0,0 0 0,-1-1 0,1 1 0,0 0 0,0-1 0,0 1 0,0-1 0,0 1 0,0-1 0,0 0 0,1 0 0,-1 0 0,0 0 0,1-1 0,-1 1 0,1-1 0,-1 1 0,5-1 0,52 3 0,-51-3 0,179 7 0,-330-26 0,-14 3 0,335 16 0,-245-1 0,31-1 0,-1 2 0,-42 5 0,77-5 0,0 1 0,0-1 0,0 1 0,0 0 0,0 0 0,1 0 0,-1 0 0,0 0 0,0 0 0,1 0 0,-1 0 0,1 1 0,-1-1 0,1 1 0,-1-1 0,1 1 0,0-1 0,0 1 0,0 0 0,0 0 0,0 0 0,0-1 0,0 1 0,1 0 0,-2 3 0,2-4 0,0 1 0,0-1 0,0 0 0,0 0 0,0 0 0,0 1 0,0-1 0,0 0 0,0 0 0,0 0 0,1 0 0,-1 0 0,1 1 0,-1-1 0,1 0 0,-1 0 0,1 0 0,-1 0 0,1 0 0,0 0 0,0 0 0,-1 0 0,1-1 0,0 1 0,0 0 0,0 0 0,0-1 0,0 1 0,0-1 0,0 1 0,0-1 0,0 1 0,0-1 0,1 1 0,-1-1 0,0 0 0,0 0 0,0 1 0,0-1 0,1 0 0,-1 0 0,0 0 0,2-1 0,188-9 0,80 19 0,-211-9 0,-54 0 0,-8 0 0,-33 0 0,-138 0-1365,165 0-5461</inkml:trace>
</inkml:ink>
</file>

<file path=ppt/ink/ink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10-18T17:33:45.132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1 0 24575,'0'6'0,"0"1"0,0-1 0,0 0 0,1 0 0,0 0 0,0 0 0,0 0 0,1 0 0,2 6 0,-2-10 0,-1 0 0,1 0 0,0 0 0,0 0 0,0-1 0,0 1 0,0 0 0,1-1 0,-1 0 0,0 1 0,1-1 0,-1 0 0,1 0 0,-1 0 0,1-1 0,-1 1 0,1-1 0,0 1 0,-1-1 0,1 0 0,0 0 0,-1 0 0,4-1 0,192-2 0,-306-12-1365,93 13-5461</inkml:trace>
</inkml:ink>
</file>

<file path=ppt/ink/ink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10-18T17:33:49.400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30 58 24575,'0'0'0,"0"0"0,0 0 0,0 1 0,0-1 0,-1 0 0,1 0 0,0 1 0,0-1 0,0 0 0,0 0 0,-1 0 0,1 1 0,0-1 0,0 0 0,-1 0 0,1 0 0,0 0 0,0 0 0,-1 1 0,1-1 0,0 0 0,0 0 0,-1 0 0,1 0 0,0 0 0,0 0 0,-1 0 0,1 0 0,0 0 0,0 0 0,-1 0 0,1 0 0,0 0 0,-1 0 0,1 0 0,0 0 0,0 0 0,-1-1 0,1 1 0,0 0 0,0 0 0,0 0 0,-1 0 0,1 0 0,0-1 0,0 1 0,-1 0 0,1 0 0,0 0 0,0-1 0,0 1 0,0 0 0,0 0 0,-1-1 0,1 1 0,0 0 0,0 0 0,0-1 0,0 1 0,0 0 0,0 0 0,0-1 0,0 1 0,-14 19 0,13-18 0,1 1 0,-1-1 0,1 1 0,-1-1 0,1 1 0,0 0 0,0-1 0,-1 1 0,1-1 0,0 1 0,0 0 0,1-1 0,-1 1 0,0-1 0,0 1 0,1-1 0,-1 1 0,1-1 0,0 1 0,-1-1 0,1 1 0,0-1 0,0 0 0,0 1 0,1 1 0,0-2 0,0 1 0,1 0 0,-1 0 0,1-1 0,-1 0 0,1 1 0,0-1 0,-1 0 0,1 0 0,0 0 0,0-1 0,0 1 0,3 0 0,-3-1 0,1 1 0,-1-1 0,1 0 0,-1 0 0,1 0 0,-1 0 0,0 0 0,1-1 0,-1 1 0,1-1 0,-1 0 0,0 0 0,1-1 0,-1 1 0,0-1 0,0 1 0,0-1 0,0 0 0,-1 0 0,1 0 0,0 0 0,-1-1 0,5-4 0,-7 5 0,0-1 0,0 1 0,0-1 0,0 1 0,0-1 0,0 1 0,-1-1 0,1 1 0,-1 0 0,1-1 0,-1 1 0,0 0 0,0-1 0,0 1 0,-1 0 0,1 0 0,0 0 0,-1 0 0,1 0 0,-1 0 0,0 0 0,1 1 0,-1-1 0,0 0 0,-2 0 0,2 0 0,0 0 0,0 1 0,0-1 0,1 1 0,-1-1 0,-1 1 0,1 0 0,0 0 0,0 0 0,0 0 0,-1 0 0,1 0 0,0 1 0,-1-1 0,1 1 0,0-1 0,-1 1 0,1 0 0,-1 0 0,1 0 0,0 1 0,-1-1 0,1 0 0,-1 1 0,-2 1 0,4-2 0,0 1 0,0-1 0,0 1 0,0-1 0,1 1 0,-1-1 0,0 1 0,0 0 0,1 0 0,-1-1 0,1 1 0,-1 0 0,0 0 0,1 0 0,0 0 0,-1 0 0,1-1 0,-1 1 0,1 0 0,0 0 0,0 0 0,0 0 0,-1 0 0,1 0 0,0 0 0,0 0 0,0 0 0,0 0 0,1 0 0,-1 0 0,0 0 0,0 0 0,1 0 0,-1 0 0,0 0 0,1 0 0,-1 0 0,1 0 0,-1-1 0,1 1 0,-1 0 0,1 0 0,0-1 0,0 1 0,-1 0 0,1-1 0,0 1 0,0 0 0,0-1 0,-1 1 0,1-1 0,2 1 0,1 2 0,0-1 0,0 1 0,0-1 0,1 0 0,-1-1 0,1 1 0,-1-1 0,1 0 0,9 1 0,-13-1 0,0-1 0,1 0 0,-1 0 0,0 0 0,0 0 0,1 0 0,-1 0 0,0-1 0,1 1 0,-1 0 0,0-1 0,0 1 0,1-1 0,-1 1 0,0-1 0,0 1 0,0-1 0,0 0 0,0 0 0,0 1 0,0-1 0,0 0 0,0 0 0,0 0 0,0 0 0,-1 0 0,1 0 0,0-1 0,-1 1 0,1 0 0,-1 0 0,1 0 0,-1-1 0,1 1 0,-1 0 0,0-2 0,0-3 0,0 1 0,-1-1 0,0 1 0,0 0 0,0-1 0,-4-8 0,3 6 0,2 8 0,0-1 0,0 0 0,1 1 0,-1-1 0,1 0 0,-1 1 0,0-1 0,1 1 0,-1-1 0,1 1 0,0-1 0,-1 1 0,1-1 0,-1 1 0,1-1 0,0 1 0,-1 0 0,1-1 0,0 1 0,-1 0 0,1-1 0,0 1 0,-1 0 0,1 0 0,0 0 0,0 0 0,-1 0 0,1 0 0,0 0 0,0 0 0,-1 0 0,1 0 0,0 0 0,1 1 0,35-1 0,-32 0 0,140 2-1365,-130-2-5461</inkml:trace>
</inkml:ink>
</file>

<file path=ppt/ink/ink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10-18T17:32:14.511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0 0 24575,'0'0'-8191</inkml:trace>
</inkml:ink>
</file>

<file path=ppt/ink/ink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10-18T17:33:30.446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2 19 24575,'0'17'0,"-1"-9"0,1 1 0,0-1 0,0 1 0,1-1 0,3 13 0,-4-19 0,0-1 0,1 0 0,-1 0 0,1 0 0,0 1 0,-1-1 0,1 0 0,0 0 0,-1 0 0,1 0 0,0 0 0,0 0 0,0-1 0,0 1 0,0 0 0,0 0 0,0-1 0,0 1 0,1 0 0,-1-1 0,0 1 0,0-1 0,0 0 0,1 1 0,-1-1 0,0 0 0,0 0 0,1 0 0,-1 1 0,0-2 0,1 1 0,-1 0 0,0 0 0,0 0 0,1 0 0,-1-1 0,0 1 0,0-1 0,1 1 0,-1-1 0,0 1 0,0-1 0,1-1 0,-1 1 0,0 0 0,0 0 0,0 0 0,0 0 0,0 0 0,-1 0 0,1 0 0,0 0 0,-1 0 0,1-1 0,-1 1 0,1 0 0,-1-1 0,0 1 0,1 0 0,-1 0 0,0-1 0,0 1 0,0 0 0,0-1 0,0 1 0,0 0 0,0-1 0,-1 1 0,1 0 0,-1-1 0,1 1 0,0 0 0,-2-3 0,0-1 0,0 0 0,0 0 0,0 0 0,-1 0 0,1 0 0,-6-6 0,8 11 0,0 0 0,0 0 0,0-1 0,0 1 0,-1 0 0,1 0 0,0-1 0,0 1 0,-1 0 0,1 0 0,0 0 0,0 0 0,-1 0 0,1-1 0,0 1 0,0 0 0,-1 0 0,1 0 0,0 0 0,-1 0 0,1 0 0,0 0 0,0 0 0,-1 0 0,1 0 0,0 0 0,-1 0 0,1 0 0,0 0 0,-1 0 0,1 0 0,0 1 0,0-1 0,-1 0 0,1 0 0,0 0 0,0 0 0,-1 0 0,1 1 0,0-1 0,0 0 0,0 0 0,-1 1 0,-8 17 0,1 20 0,8-32 0,1 39 0,-1-44 0,0-1 0,0 1 0,0-1 0,0 1 0,0 0 0,0-1 0,0 1 0,0-1 0,0 1 0,0 0 0,1-1 0,-1 1 0,0-1 0,0 1 0,1-1 0,-1 1 0,0 0 0,1-1 0,-1 1 0,0-1 0,1 0 0,-1 1 0,1-1 0,-1 1 0,1-1 0,-1 0 0,1 1 0,-1-1 0,1 0 0,-1 1 0,1-1 0,-1 0 0,1 0 0,0 0 0,-1 1 0,1-1 0,-1 0 0,1 0 0,0 0 0,-1 0 0,1 0 0,-1 0 0,1 0 0,0 0 0,-1-1 0,1 1 0,-1 0 0,1 0 0,0 0 0,-1-1 0,1 1 0,-1 0 0,1-1 0,-1 1 0,1 0 0,-1-1 0,1 1 0,-1 0 0,1-2 0,1 0 0,0-1 0,0 1 0,0-1 0,-1 1 0,1-1 0,-1 0 0,0 0 0,0 0 0,0 0 0,0 0 0,0 0 0,-1 0 0,1 0 0,-1 0 0,0 0 0,0 0 0,0 0 0,-1-6 0,1 5 0,0-1 0,0 1 0,0 0 0,0 0 0,1 0 0,0-1 0,0 1 0,2-7 0,-3 12 0,0 0 0,0-1 0,0 1 0,0 0 0,0-1 0,0 1 0,0 0 0,0-1 0,0 1 0,1-1 0,-1 1 0,0 0 0,0-1 0,0 1 0,1 0 0,-1-1 0,0 1 0,1-1 0,-1 1 0,1-1 0,-1 1 0,0-1 0,1 1 0,-1-1 0,1 0 0,0 1 0,-1-1 0,1 1 0,-1-1 0,1 0 0,-1 0 0,1 1 0,0-1 0,-1 0 0,1 0 0,0 0 0,-1 0 0,1 0 0,-1 0 0,1 0 0,0 0 0,-1 0 0,1 0 0,0 0 0,-1 0 0,1 0 0,0 0 0,-1 0 0,1-1 0,-1 1 0,1 0 0,0-1 0,-1 1 0,1 0 0,-1-1 0,2 0 0,-3 2 0,1-1 0,0 1 0,0-1 0,0 1 0,-1-1 0,1 1 0,0-1 0,0 1 0,0-1 0,0 1 0,0-1 0,0 1 0,0-1 0,0 1 0,0 0 0,0-1 0,0 1 0,1-1 0,-1 1 0,0-1 0,0 1 0,0-1 0,1 1 0,-1-1 0,0 1 0,1-1 0,-1 0 0,0 1 0,1-1 0,-1 1 0,0-1 0,1 0 0,-1 1 0,1-1 0,-1 0 0,1 1 0,-1-1 0,1 0 0,-1 0 0,1 0 0,-1 1 0,1-1 0,-1 0 0,1 0 0,-1 0 0,1 0 0,0 0 0,-1 0 0,1 0 0,-1 0 0,1 0 0,-1 0 0,1-1 0,41-2 0,-31 1 0,59-3 0,-64 4 0,-8 2 0,-36 4 0,245 1 0,-183-6 0,6 0 0,-55 0 0,4-1 0,15 0 0,-1 1 0,1-1 0,0 1 0,-1 1 0,1-1 0,0 1 0,-1 0 0,-11 4 0,70-1 0,155-3 0,-235 0 0,20-2 0,0 1 0,0 1 0,0-1 0,0 1 0,0 0 0,1 1 0,-1 0 0,-14 5 0,22-7 0,0 1 0,1-1 0,-1 0 0,0 1 0,0-1 0,0 0 0,0 0 0,0 1 0,0-1 0,0 0 0,0 0 0,0 1 0,1-1 0,-1 0 0,0 0 0,0 1 0,0-1 0,1 0 0,-1 0 0,0 0 0,0 1 0,0-1 0,1 0 0,-1 0 0,0 0 0,0 0 0,1 0 0,-1 0 0,0 1 0,1-1 0,-1 0 0,0 0 0,0 0 0,1 0 0,-1 0 0,0 0 0,1 0 0,-1 0 0,0 0 0,0 0 0,1 0 0,-1 0 0,0-1 0,0 1 0,1 0 0,18 3 0,154-1 0,-271-1 0,81 0 0,68 2 0,262 1 0,-512-14 0,477 11 0,-256-4 0,-30 0 0,-34-3 0,-93 0 0,174 7 0,53-3 0,-101-2 0,5 2 0,23 5 0,68 9 0,-27-4 0,-48-6 0,-19-1 0,-27-2 0,32 1 0,22 0 0,-8 0 0,-16 0 0,-34 0 0,-62 0 0,86 0 0,-17 1 0,-51 7 0,72-5 0,10 0 0,19 4 0,29 2 0,-3-7 0,67-5 0,-10-1 0,-229-22 0,111 22 0,16 0 0,23-4 0,-5 2 0,-39 2 0,-128 4 0,-58-4 0,352-2 0,51 7 0,-670-11 0,612 12 0,170-7 0,-566-8 0,229 12 0,65 1 0,-11 0 0,24 0 0,33 1 0,154-18 0,-219 12 0,-19 0 0,-28-3 0,-129-7 0,-270 11 0,424 4 0,11 1 0,31 2 0,52 2 0,5-5 0,-85 0 0,-11 0 0,-50 0 0,-9 0 0,141 24 0,-61-21 0,20 4 0,-39-7 0,0 0 0,0 0 0,0 0 0,0 0 0,0 0 0,0 0 0,0 0 0,0 0 0,0 0 0,0 0 0,0 0 0,0 1 0,0-1 0,0 0 0,0 0 0,0 0 0,0 0 0,0 0 0,0 0 0,0 0 0,0 0 0,0 0 0,0 0 0,0 0 0,0 0 0,0 0 0,0 0 0,0 1 0,0-1 0,0 0 0,0 0 0,0 0 0,0 0 0,0 0 0,0 0 0,-25 0 0,-242-10 0,536 20 0,-473-10 0,504 8 0,-240-7 0,-16-1 0,-91-1 0,-241-8 0,492 9 0,-302-2 0,31 0 0,-85 8 0,269 12 0,-10-8 0,129-3 0,-205 7 0,-11-8 0,1-2 0,0-1 0,0-1 0,39 0 0,-55-3 0,-1 0 0,1 0 0,-1-1 0,1 1 0,-1-1 0,8-5 0,21-7 0,-5 5 0,-28 6 0,-19 2 0,-2 2 0,12 0 0,1-1 0,-1 0 0,0 0 0,1 0 0,-1-1 0,1 0 0,-1-1 0,1 0 0,-14-5 0,71 1 0,-19 9 0,-32 3 0,-15 3 0,3-5 0,-1-1 0,0 0 0,0-1 0,0 0 0,0-2 0,0 1 0,0-2 0,-15-2 0,-23 1 0,-8 2 0,0-3 0,-97-17 0,121 16 0,30 4 0,-1 0 0,1-1 0,-1 0 0,1 0 0,0-1 0,0 0 0,0 0 0,-7-4 0,13 2 0,11 0 0,20-1 0,-22 4 0,-8 1 0,0 0 0,1 0 0,-1 1 0,1-1 0,-1 0 0,1 0 0,-1 0 0,0 0 0,1 0 0,-1-1 0,1 1 0,-1 0 0,1 0 0,-1 0 0,0 0 0,1 0 0,-1 0 0,0-1 0,1 1 0,-1 0 0,0 0 0,1-1 0,-1 1 0,0 0 0,1-1 0,-1 1 0,0 0 0,1-1 0,-1 1 0,0 0 0,0-1 0,0 1 0,1 0 0,-1-1 0,-16-4 0,-27 0 0,13 4 0,20 0 0,1 0 0,0 1 0,-1 0 0,1 0 0,-1 1 0,1 1 0,-15 3 0,25-4 0,-1 1 0,1-1 0,0 1 0,0-1 0,-1 0 0,1 1 0,0-1 0,0 0 0,0 0 0,0 0 0,0 0 0,1 0 0,-1 0 0,0 0 0,0 0 0,3 1 0,15 16 0,-18-16 0,1 0 0,0 0 0,1 0 0,-1 0 0,0-1 0,0 1 0,1-1 0,-1 1 0,1-1 0,4 2 0,-6-3 0,0 1 0,0-1 0,-1 1 0,1-1 0,0 0 0,0 1 0,0-1 0,0 0 0,0 0 0,0 0 0,0 1 0,0-1 0,0 0 0,0-1 0,0 1 0,0 0 0,0 0 0,0 0 0,0 0 0,0-1 0,0 1 0,0-1 0,0 1 0,0 0 0,0-1 0,0 0 0,0 1 0,-1-1 0,1 1 0,0-1 0,0 0 0,0-1 0,-1 2 0,0-1 0,0 0 0,-1 0 0,1 1 0,0-1 0,0 0 0,-1 1 0,1-1 0,0 0 0,-1 1 0,1-1 0,0 1 0,-1-1 0,1 1 0,-1-1 0,1 1 0,-1-1 0,0 1 0,1-1 0,-1 1 0,1-1 0,-1 1 0,0 0 0,1-1 0,-1 1 0,0 0 0,0 0 0,1 0 0,-1-1 0,0 1 0,1 0 0,-1 0 0,-1 0 0,-27-5 0,22 4 0,1 0 0,0 0 0,0 1 0,-1-1 0,1 1 0,0 1 0,0-1 0,-9 3 0,15-3 0,0 0 0,-1 0 0,1 0 0,0 0 0,0 0 0,0 0 0,0 0 0,0 0 0,0 0 0,-1 0 0,1 1 0,0-1 0,0 0 0,0 0 0,0 0 0,0 0 0,0 0 0,0 0 0,0 1 0,0-1 0,0 0 0,-1 0 0,1 0 0,0 0 0,0 0 0,0 1 0,0-1 0,0 0 0,0 0 0,0 0 0,0 0 0,0 1 0,0-1 0,0 0 0,0 0 0,1 0 0,-1 0 0,0 0 0,0 1 0,0-1 0,0 0 0,0 0 0,0 0 0,0 0 0,0 0 0,0 0 0,0 0 0,1 1 0,-1-1 0,0 0 0,0 0 0,0 0 0,0 0 0,0 0 0,0 0 0,1 0 0,13 9 0,16 4 0,-8-7 0,-18-6 0,1 1 0,0 0 0,0 0 0,-1 0 0,1 1 0,-1 0 0,1 0 0,-1 0 0,0 0 0,7 5 0,-11-6 0,0-1 0,0 0 0,0 1 0,1-1 0,-1 1 0,0-1 0,0 0 0,0 1 0,0-1 0,0 1 0,0-1 0,0 1 0,0-1 0,0 0 0,0 1 0,0-1 0,0 1 0,-1-1 0,1 1 0,0-1 0,0 0 0,0 1 0,0-1 0,-1 0 0,1 1 0,0-1 0,0 1 0,-1-1 0,1 0 0,0 0 0,-1 1 0,1-1 0,0 0 0,-2 1 0,-18 11 0,-1 2 0,23-6 0,16 0 0,-16-7 0,35 9 0,-35-10 0,-1 1 0,1-1 0,-1 0 0,1 1 0,0-1 0,-1 0 0,1 0 0,-1 0 0,1 0 0,0 0 0,-1 0 0,1-1 0,-1 1 0,1 0 0,-1-1 0,1 1 0,-1-1 0,4-1 0,-5 1 0,-1 0 0,1 1 0,0-1 0,0 0 0,0 1 0,-1-1 0,1 0 0,0 1 0,-1-1 0,1 1 0,0-1 0,-1 1 0,1-1 0,-1 0 0,1 1 0,-1 0 0,1-1 0,-1 1 0,1-1 0,-1 1 0,1 0 0,-1-1 0,0 1 0,1 0 0,-1-1 0,0 1 0,1 0 0,-1 0 0,0 0 0,1 0 0,-1 0 0,-1 0 0,-24-8 0,3 6 0,16 2 0,0 0 0,0-1 0,1 1 0,-1-1 0,0-1 0,1 1 0,-1-1 0,1-1 0,-1 1 0,1-1 0,-9-5 0,52-6 0,57 8 0,-89 5 0,-11 1 0,-85 2 0,-121-4 0,95-7 0,132 9 0,11 0 0,0 1 0,50 7 0,-110-4 0,21 0 0,24 1 0,61 0 0,-65-5 0,-47 0 0,-37 0 0,48 0 0,26 0 0,12 0 0,34 0 0,-40 0 0,-6 0 0,-23 0 0,-40 0 0,38 0 0,25 0 0,9 0 0,48 1 0,100 14 0,-242-16 0,47 3 0,35-2 0,14 0 0,19 2 0,-20-1 0,1-1 0,0 1 0,0-1 0,-1-1 0,1 1 0,0-1 0,7-2 0,-16 1 0,-1 1 0,1 0 0,-1 0 0,0 0 0,1 0 0,-1 0 0,0 0 0,0 0 0,0 1 0,0-1 0,1 1 0,-5-1 0,-97-11 0,26 5 0,65 4 0,12 0 0,20-2 0,-2 2 0,-34 5 0,-4 5 0,18 4 0,3-9 0,1 0 0,-1 0 0,1 0 0,0 0 0,0 0 0,0 0 0,0 0 0,0-1 0,0 1 0,1-1 0,-1 0 0,3 2 0,-3-2 0,0 0 0,1 0 0,-1 0 0,1 0 0,-1 0 0,1 0 0,-1-1 0,1 1 0,-1-1 0,1 0 0,0 0 0,3 0 0,2-9 0,-14-12 0,5 20 0,1 0 0,-1 0 0,0-1 0,0 1 0,0 0 0,0 0 0,0 0 0,0 0 0,0 0 0,0 0 0,-1 0 0,1 0 0,0 0 0,0 1 0,-1-1 0,1 1 0,-1-1 0,1 1 0,0-1 0,-1 1 0,1 0 0,-1-1 0,1 1 0,-1 0 0,1 0 0,-1 0 0,1 0 0,-1 1 0,1-1 0,-1 0 0,1 1 0,-1-1 0,1 0 0,-1 1 0,1 0 0,0-1 0,-1 1 0,1 0 0,0 0 0,-1 1 0,2-3 3,0 1 0,0-1 0,0 1 1,0 0-1,0-1 0,-1 1 0,1-1 0,0 1 0,0-1 0,0 1 0,0 0 0,0-1 0,-1 1 0,1 0 0,0-1 0,0 1 0,-1 0 1,1-1-1,0 1 0,0 0 0,-1-1 0,1 1 0,0 0 0,-1 0 0,1-1 0,0 1 0,-1 0 0,1 0 0,-1 0 0,1-1 0,0 1 0,-1 0 1,1 0-1,-1 0 0,1 0 0,0 0 0,-1 0 0,0 0 0,-17-5-1488,12 6-5341</inkml:trace>
</inkml:ink>
</file>

<file path=ppt/ink/ink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10-18T17:33:34.707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58 39 24575,'-1'-1'0,"1"0"0,-1-1 0,0 1 0,0-1 0,1 1 0,-1 0 0,0 0 0,0-1 0,0 1 0,0 0 0,0 0 0,-1 0 0,1 0 0,0 0 0,0 0 0,-1 0 0,1 1 0,0-1 0,-1 0 0,1 1 0,-1-1 0,1 1 0,-1 0 0,1-1 0,-1 1 0,0 0 0,1 0 0,-1 0 0,-2 0 0,-14-4 0,66-3 0,-18 5 0,-19 1 0,-1 1 0,0-1 0,1 2 0,-1-1 0,0 1 0,11 3 0,-21-4 0,0 0 0,0 0 0,0 0 0,1 0 0,-1 0 0,0 0 0,0 0 0,0 0 0,0 1 0,1-1 0,-1 0 0,0 0 0,0 0 0,0 0 0,0 0 0,0 0 0,0 0 0,1 1 0,-1-1 0,0 0 0,0 0 0,0 0 0,0 0 0,0 0 0,0 1 0,0-1 0,0 0 0,0 0 0,0 0 0,0 0 0,0 1 0,0-1 0,0 0 0,0 0 0,0 0 0,0 1 0,0-1 0,0 0 0,0 0 0,0 0 0,0 0 0,0 1 0,0-1 0,0 0 0,0 0 0,0 0 0,0 0 0,-1 0 0,1 1 0,0-1 0,0 0 0,0 0 0,0 0 0,0 0 0,0 0 0,-1 0 0,-12 12 0,11-12 0,1 1 0,0 0 0,0 0 0,-1-1 0,1 1 0,0 0 0,0 0 0,0 0 0,0 0 0,0 0 0,0 0 0,0 1 0,0-1 0,1 0 0,-1 0 0,0 1 0,1-1 0,-1 0 0,1 1 0,-1 1 0,2-1 0,1 0 0,0 0 0,-1-1 0,1 1 0,0 0 0,0-1 0,0 1 0,0-1 0,0 1 0,0-1 0,0 0 0,1 0 0,-1 0 0,0 0 0,1-1 0,-1 1 0,1-1 0,-1 1 0,5-1 0,52 3 0,-51-3 0,179 7 0,-330-26 0,-14 3 0,335 16 0,-245-1 0,31-1 0,-1 2 0,-42 5 0,77-5 0,0 1 0,0-1 0,0 1 0,0 0 0,0 0 0,1 0 0,-1 0 0,0 0 0,0 0 0,1 0 0,-1 0 0,1 1 0,-1-1 0,1 1 0,-1-1 0,1 1 0,0-1 0,0 1 0,0 0 0,0 0 0,0 0 0,0-1 0,0 1 0,1 0 0,-2 3 0,2-4 0,0 1 0,0-1 0,0 0 0,0 0 0,0 0 0,0 1 0,0-1 0,0 0 0,0 0 0,0 0 0,1 0 0,-1 0 0,1 1 0,-1-1 0,1 0 0,-1 0 0,1 0 0,-1 0 0,1 0 0,0 0 0,0 0 0,-1 0 0,1-1 0,0 1 0,0 0 0,0 0 0,0-1 0,0 1 0,0-1 0,0 1 0,0-1 0,0 1 0,0-1 0,1 1 0,-1-1 0,0 0 0,0 0 0,0 1 0,0-1 0,1 0 0,-1 0 0,0 0 0,2-1 0,188-9 0,80 19 0,-211-9 0,-54 0 0,-8 0 0,-33 0 0,-138 0-1365,165 0-5461</inkml:trace>
</inkml:ink>
</file>

<file path=ppt/ink/ink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10-18T17:33:45.132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1 0 24575,'0'6'0,"0"1"0,0-1 0,0 0 0,1 0 0,0 0 0,0 0 0,0 0 0,1 0 0,2 6 0,-2-10 0,-1 0 0,1 0 0,0 0 0,0 0 0,0-1 0,0 1 0,0 0 0,1-1 0,-1 0 0,0 1 0,1-1 0,-1 0 0,1 0 0,-1 0 0,1-1 0,-1 1 0,1-1 0,0 1 0,-1-1 0,1 0 0,0 0 0,-1 0 0,4-1 0,192-2 0,-306-12-1365,93 13-5461</inkml:trace>
</inkml:ink>
</file>

<file path=ppt/ink/ink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10-18T17:33:49.400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30 58 24575,'0'0'0,"0"0"0,0 0 0,0 1 0,0-1 0,-1 0 0,1 0 0,0 1 0,0-1 0,0 0 0,0 0 0,-1 0 0,1 1 0,0-1 0,0 0 0,-1 0 0,1 0 0,0 0 0,0 0 0,-1 1 0,1-1 0,0 0 0,0 0 0,-1 0 0,1 0 0,0 0 0,0 0 0,-1 0 0,1 0 0,0 0 0,0 0 0,-1 0 0,1 0 0,0 0 0,-1 0 0,1 0 0,0 0 0,0 0 0,-1-1 0,1 1 0,0 0 0,0 0 0,0 0 0,-1 0 0,1 0 0,0-1 0,0 1 0,-1 0 0,1 0 0,0 0 0,0-1 0,0 1 0,0 0 0,0 0 0,-1-1 0,1 1 0,0 0 0,0 0 0,0-1 0,0 1 0,0 0 0,0 0 0,0-1 0,0 1 0,-14 19 0,13-18 0,1 1 0,-1-1 0,1 1 0,-1-1 0,1 1 0,0 0 0,0-1 0,-1 1 0,1-1 0,0 1 0,0 0 0,1-1 0,-1 1 0,0-1 0,0 1 0,1-1 0,-1 1 0,1-1 0,0 1 0,-1-1 0,1 1 0,0-1 0,0 0 0,0 1 0,1 1 0,0-2 0,0 1 0,1 0 0,-1 0 0,1-1 0,-1 0 0,1 1 0,0-1 0,-1 0 0,1 0 0,0 0 0,0-1 0,0 1 0,3 0 0,-3-1 0,1 1 0,-1-1 0,1 0 0,-1 0 0,1 0 0,-1 0 0,0 0 0,1-1 0,-1 1 0,1-1 0,-1 0 0,0 0 0,1-1 0,-1 1 0,0-1 0,0 1 0,0-1 0,0 0 0,-1 0 0,1 0 0,0 0 0,-1-1 0,5-4 0,-7 5 0,0-1 0,0 1 0,0-1 0,0 1 0,0-1 0,0 1 0,-1-1 0,1 1 0,-1 0 0,1-1 0,-1 1 0,0 0 0,0-1 0,0 1 0,-1 0 0,1 0 0,0 0 0,-1 0 0,1 0 0,-1 0 0,0 0 0,1 1 0,-1-1 0,0 0 0,-2 0 0,2 0 0,0 0 0,0 1 0,0-1 0,1 1 0,-1-1 0,-1 1 0,1 0 0,0 0 0,0 0 0,0 0 0,-1 0 0,1 0 0,0 1 0,-1-1 0,1 1 0,0-1 0,-1 1 0,1 0 0,-1 0 0,1 0 0,0 1 0,-1-1 0,1 0 0,-1 1 0,-2 1 0,4-2 0,0 1 0,0-1 0,0 1 0,0-1 0,1 1 0,-1-1 0,0 1 0,0 0 0,1 0 0,-1-1 0,1 1 0,-1 0 0,0 0 0,1 0 0,0 0 0,-1 0 0,1-1 0,-1 1 0,1 0 0,0 0 0,0 0 0,0 0 0,-1 0 0,1 0 0,0 0 0,0 0 0,0 0 0,0 0 0,1 0 0,-1 0 0,0 0 0,0 0 0,1 0 0,-1 0 0,0 0 0,1 0 0,-1 0 0,1 0 0,-1-1 0,1 1 0,-1 0 0,1 0 0,0-1 0,0 1 0,-1 0 0,1-1 0,0 1 0,0 0 0,0-1 0,-1 1 0,1-1 0,2 1 0,1 2 0,0-1 0,0 1 0,0-1 0,1 0 0,-1-1 0,1 1 0,-1-1 0,1 0 0,9 1 0,-13-1 0,0-1 0,1 0 0,-1 0 0,0 0 0,0 0 0,1 0 0,-1 0 0,0-1 0,1 1 0,-1 0 0,0-1 0,0 1 0,1-1 0,-1 1 0,0-1 0,0 1 0,0-1 0,0 0 0,0 0 0,0 1 0,0-1 0,0 0 0,0 0 0,0 0 0,0 0 0,-1 0 0,1 0 0,0-1 0,-1 1 0,1 0 0,-1 0 0,1 0 0,-1-1 0,1 1 0,-1 0 0,0-2 0,0-3 0,0 1 0,-1-1 0,0 1 0,0 0 0,0-1 0,-4-8 0,3 6 0,2 8 0,0-1 0,0 0 0,1 1 0,-1-1 0,1 0 0,-1 1 0,0-1 0,1 1 0,-1-1 0,1 1 0,0-1 0,-1 1 0,1-1 0,-1 1 0,1-1 0,0 1 0,-1 0 0,1-1 0,0 1 0,-1 0 0,1-1 0,0 1 0,-1 0 0,1 0 0,0 0 0,0 0 0,-1 0 0,1 0 0,0 0 0,0 0 0,-1 0 0,1 0 0,0 0 0,1 1 0,35-1 0,-32 0 0,140 2-1365,-130-2-5461</inkml:trace>
</inkml:ink>
</file>

<file path=ppt/ink/ink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10-18T17:32:14.511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0 0 24575,'0'0'-8191</inkml:trace>
</inkml:ink>
</file>

<file path=ppt/ink/ink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10-18T17:33:30.446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2 19 24575,'0'17'0,"-1"-9"0,1 1 0,0-1 0,0 1 0,1-1 0,3 13 0,-4-19 0,0-1 0,1 0 0,-1 0 0,1 0 0,0 1 0,-1-1 0,1 0 0,0 0 0,-1 0 0,1 0 0,0 0 0,0 0 0,0-1 0,0 1 0,0 0 0,0 0 0,0-1 0,0 1 0,1 0 0,-1-1 0,0 1 0,0-1 0,0 0 0,1 1 0,-1-1 0,0 0 0,0 0 0,1 0 0,-1 1 0,0-2 0,1 1 0,-1 0 0,0 0 0,0 0 0,1 0 0,-1-1 0,0 1 0,0-1 0,1 1 0,-1-1 0,0 1 0,0-1 0,1-1 0,-1 1 0,0 0 0,0 0 0,0 0 0,0 0 0,0 0 0,-1 0 0,1 0 0,0 0 0,-1 0 0,1-1 0,-1 1 0,1 0 0,-1-1 0,0 1 0,1 0 0,-1 0 0,0-1 0,0 1 0,0 0 0,0-1 0,0 1 0,0 0 0,0-1 0,-1 1 0,1 0 0,-1-1 0,1 1 0,0 0 0,-2-3 0,0-1 0,0 0 0,0 0 0,0 0 0,-1 0 0,1 0 0,-6-6 0,8 11 0,0 0 0,0 0 0,0-1 0,0 1 0,-1 0 0,1 0 0,0-1 0,0 1 0,-1 0 0,1 0 0,0 0 0,0 0 0,-1 0 0,1-1 0,0 1 0,0 0 0,-1 0 0,1 0 0,0 0 0,-1 0 0,1 0 0,0 0 0,0 0 0,-1 0 0,1 0 0,0 0 0,-1 0 0,1 0 0,0 0 0,-1 0 0,1 0 0,0 1 0,0-1 0,-1 0 0,1 0 0,0 0 0,0 0 0,-1 0 0,1 1 0,0-1 0,0 0 0,0 0 0,-1 1 0,-8 17 0,1 20 0,8-32 0,1 39 0,-1-44 0,0-1 0,0 1 0,0-1 0,0 1 0,0 0 0,0-1 0,0 1 0,0-1 0,0 1 0,0 0 0,1-1 0,-1 1 0,0-1 0,0 1 0,1-1 0,-1 1 0,0 0 0,1-1 0,-1 1 0,0-1 0,1 0 0,-1 1 0,1-1 0,-1 1 0,1-1 0,-1 0 0,1 1 0,-1-1 0,1 0 0,-1 1 0,1-1 0,-1 0 0,1 0 0,0 0 0,-1 1 0,1-1 0,-1 0 0,1 0 0,0 0 0,-1 0 0,1 0 0,-1 0 0,1 0 0,0 0 0,-1-1 0,1 1 0,-1 0 0,1 0 0,0 0 0,-1-1 0,1 1 0,-1 0 0,1-1 0,-1 1 0,1 0 0,-1-1 0,1 1 0,-1 0 0,1-2 0,1 0 0,0-1 0,0 1 0,0-1 0,-1 1 0,1-1 0,-1 0 0,0 0 0,0 0 0,0 0 0,0 0 0,0 0 0,-1 0 0,1 0 0,-1 0 0,0 0 0,0 0 0,0 0 0,-1-6 0,1 5 0,0-1 0,0 1 0,0 0 0,0 0 0,1 0 0,0-1 0,0 1 0,2-7 0,-3 12 0,0 0 0,0-1 0,0 1 0,0 0 0,0-1 0,0 1 0,0 0 0,0-1 0,0 1 0,1-1 0,-1 1 0,0 0 0,0-1 0,0 1 0,1 0 0,-1-1 0,0 1 0,1-1 0,-1 1 0,1-1 0,-1 1 0,0-1 0,1 1 0,-1-1 0,1 0 0,0 1 0,-1-1 0,1 1 0,-1-1 0,1 0 0,-1 0 0,1 1 0,0-1 0,-1 0 0,1 0 0,0 0 0,-1 0 0,1 0 0,-1 0 0,1 0 0,0 0 0,-1 0 0,1 0 0,0 0 0,-1 0 0,1 0 0,0 0 0,-1 0 0,1-1 0,-1 1 0,1 0 0,0-1 0,-1 1 0,1 0 0,-1-1 0,2 0 0,-3 2 0,1-1 0,0 1 0,0-1 0,0 1 0,-1-1 0,1 1 0,0-1 0,0 1 0,0-1 0,0 1 0,0-1 0,0 1 0,0-1 0,0 1 0,0 0 0,0-1 0,0 1 0,1-1 0,-1 1 0,0-1 0,0 1 0,0-1 0,1 1 0,-1-1 0,0 1 0,1-1 0,-1 0 0,0 1 0,1-1 0,-1 1 0,0-1 0,1 0 0,-1 1 0,1-1 0,-1 0 0,1 1 0,-1-1 0,1 0 0,-1 0 0,1 0 0,-1 1 0,1-1 0,-1 0 0,1 0 0,-1 0 0,1 0 0,0 0 0,-1 0 0,1 0 0,-1 0 0,1 0 0,-1 0 0,1-1 0,41-2 0,-31 1 0,59-3 0,-64 4 0,-8 2 0,-36 4 0,245 1 0,-183-6 0,6 0 0,-55 0 0,4-1 0,15 0 0,-1 1 0,1-1 0,0 1 0,-1 1 0,1-1 0,0 1 0,-1 0 0,-11 4 0,70-1 0,155-3 0,-235 0 0,20-2 0,0 1 0,0 1 0,0-1 0,0 1 0,0 0 0,1 1 0,-1 0 0,-14 5 0,22-7 0,0 1 0,1-1 0,-1 0 0,0 1 0,0-1 0,0 0 0,0 0 0,0 1 0,0-1 0,0 0 0,0 0 0,0 1 0,1-1 0,-1 0 0,0 0 0,0 1 0,0-1 0,1 0 0,-1 0 0,0 0 0,0 1 0,0-1 0,1 0 0,-1 0 0,0 0 0,0 0 0,1 0 0,-1 0 0,0 1 0,1-1 0,-1 0 0,0 0 0,0 0 0,1 0 0,-1 0 0,0 0 0,1 0 0,-1 0 0,0 0 0,0 0 0,1 0 0,-1 0 0,0-1 0,0 1 0,1 0 0,18 3 0,154-1 0,-271-1 0,81 0 0,68 2 0,262 1 0,-512-14 0,477 11 0,-256-4 0,-30 0 0,-34-3 0,-93 0 0,174 7 0,53-3 0,-101-2 0,5 2 0,23 5 0,68 9 0,-27-4 0,-48-6 0,-19-1 0,-27-2 0,32 1 0,22 0 0,-8 0 0,-16 0 0,-34 0 0,-62 0 0,86 0 0,-17 1 0,-51 7 0,72-5 0,10 0 0,19 4 0,29 2 0,-3-7 0,67-5 0,-10-1 0,-229-22 0,111 22 0,16 0 0,23-4 0,-5 2 0,-39 2 0,-128 4 0,-58-4 0,352-2 0,51 7 0,-670-11 0,612 12 0,170-7 0,-566-8 0,229 12 0,65 1 0,-11 0 0,24 0 0,33 1 0,154-18 0,-219 12 0,-19 0 0,-28-3 0,-129-7 0,-270 11 0,424 4 0,11 1 0,31 2 0,52 2 0,5-5 0,-85 0 0,-11 0 0,-50 0 0,-9 0 0,141 24 0,-61-21 0,20 4 0,-39-7 0,0 0 0,0 0 0,0 0 0,0 0 0,0 0 0,0 0 0,0 0 0,0 0 0,0 0 0,0 0 0,0 0 0,0 1 0,0-1 0,0 0 0,0 0 0,0 0 0,0 0 0,0 0 0,0 0 0,0 0 0,0 0 0,0 0 0,0 0 0,0 0 0,0 0 0,0 0 0,0 0 0,0 1 0,0-1 0,0 0 0,0 0 0,0 0 0,0 0 0,0 0 0,0 0 0,-25 0 0,-242-10 0,536 20 0,-473-10 0,504 8 0,-240-7 0,-16-1 0,-91-1 0,-241-8 0,492 9 0,-302-2 0,31 0 0,-85 8 0,269 12 0,-10-8 0,129-3 0,-205 7 0,-11-8 0,1-2 0,0-1 0,0-1 0,39 0 0,-55-3 0,-1 0 0,1 0 0,-1-1 0,1 1 0,-1-1 0,8-5 0,21-7 0,-5 5 0,-28 6 0,-19 2 0,-2 2 0,12 0 0,1-1 0,-1 0 0,0 0 0,1 0 0,-1-1 0,1 0 0,-1-1 0,1 0 0,-14-5 0,71 1 0,-19 9 0,-32 3 0,-15 3 0,3-5 0,-1-1 0,0 0 0,0-1 0,0 0 0,0-2 0,0 1 0,0-2 0,-15-2 0,-23 1 0,-8 2 0,0-3 0,-97-17 0,121 16 0,30 4 0,-1 0 0,1-1 0,-1 0 0,1 0 0,0-1 0,0 0 0,0 0 0,-7-4 0,13 2 0,11 0 0,20-1 0,-22 4 0,-8 1 0,0 0 0,1 0 0,-1 1 0,1-1 0,-1 0 0,1 0 0,-1 0 0,0 0 0,1 0 0,-1-1 0,1 1 0,-1 0 0,1 0 0,-1 0 0,0 0 0,1 0 0,-1 0 0,0-1 0,1 1 0,-1 0 0,0 0 0,1-1 0,-1 1 0,0 0 0,1-1 0,-1 1 0,0 0 0,1-1 0,-1 1 0,0 0 0,0-1 0,0 1 0,1 0 0,-1-1 0,-16-4 0,-27 0 0,13 4 0,20 0 0,1 0 0,0 1 0,-1 0 0,1 0 0,-1 1 0,1 1 0,-15 3 0,25-4 0,-1 1 0,1-1 0,0 1 0,0-1 0,-1 0 0,1 1 0,0-1 0,0 0 0,0 0 0,0 0 0,0 0 0,1 0 0,-1 0 0,0 0 0,0 0 0,3 1 0,15 16 0,-18-16 0,1 0 0,0 0 0,1 0 0,-1 0 0,0-1 0,0 1 0,1-1 0,-1 1 0,1-1 0,4 2 0,-6-3 0,0 1 0,0-1 0,-1 1 0,1-1 0,0 0 0,0 1 0,0-1 0,0 0 0,0 0 0,0 0 0,0 1 0,0-1 0,0 0 0,0-1 0,0 1 0,0 0 0,0 0 0,0 0 0,0 0 0,0-1 0,0 1 0,0-1 0,0 1 0,0 0 0,0-1 0,0 0 0,0 1 0,-1-1 0,1 1 0,0-1 0,0 0 0,0-1 0,-1 2 0,0-1 0,0 0 0,-1 0 0,1 1 0,0-1 0,0 0 0,-1 1 0,1-1 0,0 0 0,-1 1 0,1-1 0,0 1 0,-1-1 0,1 1 0,-1-1 0,1 1 0,-1-1 0,0 1 0,1-1 0,-1 1 0,1-1 0,-1 1 0,0 0 0,1-1 0,-1 1 0,0 0 0,0 0 0,1 0 0,-1-1 0,0 1 0,1 0 0,-1 0 0,-1 0 0,-27-5 0,22 4 0,1 0 0,0 0 0,0 1 0,-1-1 0,1 1 0,0 1 0,0-1 0,-9 3 0,15-3 0,0 0 0,-1 0 0,1 0 0,0 0 0,0 0 0,0 0 0,0 0 0,0 0 0,0 0 0,-1 0 0,1 1 0,0-1 0,0 0 0,0 0 0,0 0 0,0 0 0,0 0 0,0 0 0,0 1 0,0-1 0,0 0 0,-1 0 0,1 0 0,0 0 0,0 0 0,0 1 0,0-1 0,0 0 0,0 0 0,0 0 0,0 0 0,0 1 0,0-1 0,0 0 0,0 0 0,1 0 0,-1 0 0,0 0 0,0 1 0,0-1 0,0 0 0,0 0 0,0 0 0,0 0 0,0 0 0,0 0 0,0 0 0,1 1 0,-1-1 0,0 0 0,0 0 0,0 0 0,0 0 0,0 0 0,0 0 0,1 0 0,13 9 0,16 4 0,-8-7 0,-18-6 0,1 1 0,0 0 0,0 0 0,-1 0 0,1 1 0,-1 0 0,1 0 0,-1 0 0,0 0 0,7 5 0,-11-6 0,0-1 0,0 0 0,0 1 0,1-1 0,-1 1 0,0-1 0,0 0 0,0 1 0,0-1 0,0 1 0,0-1 0,0 1 0,0-1 0,0 0 0,0 1 0,0-1 0,0 1 0,-1-1 0,1 1 0,0-1 0,0 0 0,0 1 0,0-1 0,-1 0 0,1 1 0,0-1 0,0 1 0,-1-1 0,1 0 0,0 0 0,-1 1 0,1-1 0,0 0 0,-2 1 0,-18 11 0,-1 2 0,23-6 0,16 0 0,-16-7 0,35 9 0,-35-10 0,-1 1 0,1-1 0,-1 0 0,1 1 0,0-1 0,-1 0 0,1 0 0,-1 0 0,1 0 0,0 0 0,-1 0 0,1-1 0,-1 1 0,1 0 0,-1-1 0,1 1 0,-1-1 0,4-1 0,-5 1 0,-1 0 0,1 1 0,0-1 0,0 0 0,0 1 0,-1-1 0,1 0 0,0 1 0,-1-1 0,1 1 0,0-1 0,-1 1 0,1-1 0,-1 0 0,1 1 0,-1 0 0,1-1 0,-1 1 0,1-1 0,-1 1 0,1 0 0,-1-1 0,0 1 0,1 0 0,-1-1 0,0 1 0,1 0 0,-1 0 0,0 0 0,1 0 0,-1 0 0,-1 0 0,-24-8 0,3 6 0,16 2 0,0 0 0,0-1 0,1 1 0,-1-1 0,0-1 0,1 1 0,-1-1 0,1-1 0,-1 1 0,1-1 0,-9-5 0,52-6 0,57 8 0,-89 5 0,-11 1 0,-85 2 0,-121-4 0,95-7 0,132 9 0,11 0 0,0 1 0,50 7 0,-110-4 0,21 0 0,24 1 0,61 0 0,-65-5 0,-47 0 0,-37 0 0,48 0 0,26 0 0,12 0 0,34 0 0,-40 0 0,-6 0 0,-23 0 0,-40 0 0,38 0 0,25 0 0,9 0 0,48 1 0,100 14 0,-242-16 0,47 3 0,35-2 0,14 0 0,19 2 0,-20-1 0,1-1 0,0 1 0,0-1 0,-1-1 0,1 1 0,0-1 0,7-2 0,-16 1 0,-1 1 0,1 0 0,-1 0 0,0 0 0,1 0 0,-1 0 0,0 0 0,0 0 0,0 1 0,0-1 0,1 1 0,-5-1 0,-97-11 0,26 5 0,65 4 0,12 0 0,20-2 0,-2 2 0,-34 5 0,-4 5 0,18 4 0,3-9 0,1 0 0,-1 0 0,1 0 0,0 0 0,0 0 0,0 0 0,0 0 0,0-1 0,0 1 0,1-1 0,-1 0 0,3 2 0,-3-2 0,0 0 0,1 0 0,-1 0 0,1 0 0,-1 0 0,1 0 0,-1-1 0,1 1 0,-1-1 0,1 0 0,0 0 0,3 0 0,2-9 0,-14-12 0,5 20 0,1 0 0,-1 0 0,0-1 0,0 1 0,0 0 0,0 0 0,0 0 0,0 0 0,0 0 0,0 0 0,-1 0 0,1 0 0,0 0 0,0 1 0,-1-1 0,1 1 0,-1-1 0,1 1 0,0-1 0,-1 1 0,1 0 0,-1-1 0,1 1 0,-1 0 0,1 0 0,-1 0 0,1 0 0,-1 1 0,1-1 0,-1 0 0,1 1 0,-1-1 0,1 0 0,-1 1 0,1 0 0,0-1 0,-1 1 0,1 0 0,0 0 0,-1 1 0,2-3 3,0 1 0,0-1 0,0 1 1,0 0-1,0-1 0,-1 1 0,1-1 0,0 1 0,0-1 0,0 1 0,0 0 0,0-1 0,-1 1 0,1 0 0,0-1 0,0 1 0,-1 0 1,1-1-1,0 1 0,0 0 0,-1-1 0,1 1 0,0 0 0,-1 0 0,1-1 0,0 1 0,-1 0 0,1 0 0,-1 0 0,1-1 0,0 1 0,-1 0 1,1 0-1,-1 0 0,1 0 0,0 0 0,-1 0 0,0 0 0,-17-5-1488,12 6-5341</inkml:trace>
</inkml:ink>
</file>

<file path=ppt/ink/ink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10-18T17:33:34.707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58 39 24575,'-1'-1'0,"1"0"0,-1-1 0,0 1 0,0-1 0,1 1 0,-1 0 0,0 0 0,0-1 0,0 1 0,0 0 0,0 0 0,-1 0 0,1 0 0,0 0 0,0 0 0,-1 0 0,1 1 0,0-1 0,-1 0 0,1 1 0,-1-1 0,1 1 0,-1 0 0,1-1 0,-1 1 0,0 0 0,1 0 0,-1 0 0,-2 0 0,-14-4 0,66-3 0,-18 5 0,-19 1 0,-1 1 0,0-1 0,1 2 0,-1-1 0,0 1 0,11 3 0,-21-4 0,0 0 0,0 0 0,0 0 0,1 0 0,-1 0 0,0 0 0,0 0 0,0 0 0,0 1 0,1-1 0,-1 0 0,0 0 0,0 0 0,0 0 0,0 0 0,0 0 0,0 0 0,1 1 0,-1-1 0,0 0 0,0 0 0,0 0 0,0 0 0,0 0 0,0 1 0,0-1 0,0 0 0,0 0 0,0 0 0,0 0 0,0 1 0,0-1 0,0 0 0,0 0 0,0 0 0,0 1 0,0-1 0,0 0 0,0 0 0,0 0 0,0 0 0,0 1 0,0-1 0,0 0 0,0 0 0,0 0 0,0 0 0,-1 0 0,1 1 0,0-1 0,0 0 0,0 0 0,0 0 0,0 0 0,0 0 0,-1 0 0,-12 12 0,11-12 0,1 1 0,0 0 0,0 0 0,-1-1 0,1 1 0,0 0 0,0 0 0,0 0 0,0 0 0,0 0 0,0 0 0,0 1 0,0-1 0,1 0 0,-1 0 0,0 1 0,1-1 0,-1 0 0,1 1 0,-1 1 0,2-1 0,1 0 0,0 0 0,-1-1 0,1 1 0,0 0 0,0-1 0,0 1 0,0-1 0,0 1 0,0-1 0,0 0 0,1 0 0,-1 0 0,0 0 0,1-1 0,-1 1 0,1-1 0,-1 1 0,5-1 0,52 3 0,-51-3 0,179 7 0,-330-26 0,-14 3 0,335 16 0,-245-1 0,31-1 0,-1 2 0,-42 5 0,77-5 0,0 1 0,0-1 0,0 1 0,0 0 0,0 0 0,1 0 0,-1 0 0,0 0 0,0 0 0,1 0 0,-1 0 0,1 1 0,-1-1 0,1 1 0,-1-1 0,1 1 0,0-1 0,0 1 0,0 0 0,0 0 0,0 0 0,0-1 0,0 1 0,1 0 0,-2 3 0,2-4 0,0 1 0,0-1 0,0 0 0,0 0 0,0 0 0,0 1 0,0-1 0,0 0 0,0 0 0,0 0 0,1 0 0,-1 0 0,1 1 0,-1-1 0,1 0 0,-1 0 0,1 0 0,-1 0 0,1 0 0,0 0 0,0 0 0,-1 0 0,1-1 0,0 1 0,0 0 0,0 0 0,0-1 0,0 1 0,0-1 0,0 1 0,0-1 0,0 1 0,0-1 0,1 1 0,-1-1 0,0 0 0,0 0 0,0 1 0,0-1 0,1 0 0,-1 0 0,0 0 0,2-1 0,188-9 0,80 19 0,-211-9 0,-54 0 0,-8 0 0,-33 0 0,-138 0-1365,165 0-5461</inkml:trace>
</inkml:ink>
</file>

<file path=ppt/ink/ink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10-18T17:33:45.132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1 0 24575,'0'6'0,"0"1"0,0-1 0,0 0 0,1 0 0,0 0 0,0 0 0,0 0 0,1 0 0,2 6 0,-2-10 0,-1 0 0,1 0 0,0 0 0,0 0 0,0-1 0,0 1 0,0 0 0,1-1 0,-1 0 0,0 1 0,1-1 0,-1 0 0,1 0 0,-1 0 0,1-1 0,-1 1 0,1-1 0,0 1 0,-1-1 0,1 0 0,0 0 0,-1 0 0,4-1 0,192-2 0,-306-12-1365,93 13-5461</inkml:trace>
</inkml:ink>
</file>

<file path=ppt/ink/ink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10-18T17:33:49.400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30 58 24575,'0'0'0,"0"0"0,0 0 0,0 1 0,0-1 0,-1 0 0,1 0 0,0 1 0,0-1 0,0 0 0,0 0 0,-1 0 0,1 1 0,0-1 0,0 0 0,-1 0 0,1 0 0,0 0 0,0 0 0,-1 1 0,1-1 0,0 0 0,0 0 0,-1 0 0,1 0 0,0 0 0,0 0 0,-1 0 0,1 0 0,0 0 0,0 0 0,-1 0 0,1 0 0,0 0 0,-1 0 0,1 0 0,0 0 0,0 0 0,-1-1 0,1 1 0,0 0 0,0 0 0,0 0 0,-1 0 0,1 0 0,0-1 0,0 1 0,-1 0 0,1 0 0,0 0 0,0-1 0,0 1 0,0 0 0,0 0 0,-1-1 0,1 1 0,0 0 0,0 0 0,0-1 0,0 1 0,0 0 0,0 0 0,0-1 0,0 1 0,-14 19 0,13-18 0,1 1 0,-1-1 0,1 1 0,-1-1 0,1 1 0,0 0 0,0-1 0,-1 1 0,1-1 0,0 1 0,0 0 0,1-1 0,-1 1 0,0-1 0,0 1 0,1-1 0,-1 1 0,1-1 0,0 1 0,-1-1 0,1 1 0,0-1 0,0 0 0,0 1 0,1 1 0,0-2 0,0 1 0,1 0 0,-1 0 0,1-1 0,-1 0 0,1 1 0,0-1 0,-1 0 0,1 0 0,0 0 0,0-1 0,0 1 0,3 0 0,-3-1 0,1 1 0,-1-1 0,1 0 0,-1 0 0,1 0 0,-1 0 0,0 0 0,1-1 0,-1 1 0,1-1 0,-1 0 0,0 0 0,1-1 0,-1 1 0,0-1 0,0 1 0,0-1 0,0 0 0,-1 0 0,1 0 0,0 0 0,-1-1 0,5-4 0,-7 5 0,0-1 0,0 1 0,0-1 0,0 1 0,0-1 0,0 1 0,-1-1 0,1 1 0,-1 0 0,1-1 0,-1 1 0,0 0 0,0-1 0,0 1 0,-1 0 0,1 0 0,0 0 0,-1 0 0,1 0 0,-1 0 0,0 0 0,1 1 0,-1-1 0,0 0 0,-2 0 0,2 0 0,0 0 0,0 1 0,0-1 0,1 1 0,-1-1 0,-1 1 0,1 0 0,0 0 0,0 0 0,0 0 0,-1 0 0,1 0 0,0 1 0,-1-1 0,1 1 0,0-1 0,-1 1 0,1 0 0,-1 0 0,1 0 0,0 1 0,-1-1 0,1 0 0,-1 1 0,-2 1 0,4-2 0,0 1 0,0-1 0,0 1 0,0-1 0,1 1 0,-1-1 0,0 1 0,0 0 0,1 0 0,-1-1 0,1 1 0,-1 0 0,0 0 0,1 0 0,0 0 0,-1 0 0,1-1 0,-1 1 0,1 0 0,0 0 0,0 0 0,0 0 0,-1 0 0,1 0 0,0 0 0,0 0 0,0 0 0,0 0 0,1 0 0,-1 0 0,0 0 0,0 0 0,1 0 0,-1 0 0,0 0 0,1 0 0,-1 0 0,1 0 0,-1-1 0,1 1 0,-1 0 0,1 0 0,0-1 0,0 1 0,-1 0 0,1-1 0,0 1 0,0 0 0,0-1 0,-1 1 0,1-1 0,2 1 0,1 2 0,0-1 0,0 1 0,0-1 0,1 0 0,-1-1 0,1 1 0,-1-1 0,1 0 0,9 1 0,-13-1 0,0-1 0,1 0 0,-1 0 0,0 0 0,0 0 0,1 0 0,-1 0 0,0-1 0,1 1 0,-1 0 0,0-1 0,0 1 0,1-1 0,-1 1 0,0-1 0,0 1 0,0-1 0,0 0 0,0 0 0,0 1 0,0-1 0,0 0 0,0 0 0,0 0 0,0 0 0,-1 0 0,1 0 0,0-1 0,-1 1 0,1 0 0,-1 0 0,1 0 0,-1-1 0,1 1 0,-1 0 0,0-2 0,0-3 0,0 1 0,-1-1 0,0 1 0,0 0 0,0-1 0,-4-8 0,3 6 0,2 8 0,0-1 0,0 0 0,1 1 0,-1-1 0,1 0 0,-1 1 0,0-1 0,1 1 0,-1-1 0,1 1 0,0-1 0,-1 1 0,1-1 0,-1 1 0,1-1 0,0 1 0,-1 0 0,1-1 0,0 1 0,-1 0 0,1-1 0,0 1 0,-1 0 0,1 0 0,0 0 0,0 0 0,-1 0 0,1 0 0,0 0 0,0 0 0,-1 0 0,1 0 0,0 0 0,1 1 0,35-1 0,-32 0 0,140 2-1365,-130-2-5461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’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lang="fr-FR" sz="1200"/>
            </a:lvl1pPr>
          </a:lstStyle>
          <a:p>
            <a:pPr rtl="0"/>
            <a:endParaRPr lang="fr-FR" dirty="0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lang="fr-FR" sz="1200"/>
            </a:lvl1pPr>
          </a:lstStyle>
          <a:p>
            <a:pPr rtl="0"/>
            <a:fld id="{7D9FD98B-ABAD-47D0-AEF3-E7E088603B18}" type="datetime1">
              <a:rPr lang="fr-FR" smtClean="0"/>
              <a:t>18/10/2024</a:t>
            </a:fld>
            <a:endParaRPr lang="fr-FR" dirty="0"/>
          </a:p>
        </p:txBody>
      </p:sp>
      <p:sp>
        <p:nvSpPr>
          <p:cNvPr id="4" name="Espace réservé de l’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>
            <a:defPPr>
              <a:defRPr lang="fr-FR"/>
            </a:defPPr>
          </a:lstStyle>
          <a:p>
            <a:pPr rtl="0"/>
            <a:endParaRPr lang="fr-FR" dirty="0"/>
          </a:p>
        </p:txBody>
      </p:sp>
      <p:sp>
        <p:nvSpPr>
          <p:cNvPr id="5" name="Espace réservé des commentair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>
            <a:defPPr>
              <a:defRPr lang="fr-FR"/>
            </a:defPPr>
          </a:lstStyle>
          <a:p>
            <a:pPr lvl="0" rtl="0"/>
            <a:r>
              <a:rPr lang="fr-FR"/>
              <a:t>Modifiez les styles du texte</a:t>
            </a:r>
          </a:p>
          <a:p>
            <a:pPr lvl="1" rtl="0"/>
            <a:r>
              <a:rPr lang="fr-FR"/>
              <a:t>Deuxième niveau</a:t>
            </a:r>
          </a:p>
          <a:p>
            <a:pPr lvl="2" rtl="0"/>
            <a:r>
              <a:rPr lang="fr-FR"/>
              <a:t>Troisième niveau</a:t>
            </a:r>
          </a:p>
          <a:p>
            <a:pPr lvl="3" rtl="0"/>
            <a:r>
              <a:rPr lang="fr-FR"/>
              <a:t>Quatrième niveau</a:t>
            </a:r>
          </a:p>
          <a:p>
            <a:pPr lvl="4" rtl="0"/>
            <a:r>
              <a:rPr lang="fr-FR"/>
              <a:t>Cinquième niveau</a:t>
            </a: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lang="fr-FR" sz="1200"/>
            </a:lvl1pPr>
          </a:lstStyle>
          <a:p>
            <a:pPr rtl="0"/>
            <a:endParaRPr lang="fr-FR" dirty="0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lang="fr-FR" sz="1200"/>
            </a:lvl1pPr>
          </a:lstStyle>
          <a:p>
            <a:pPr rtl="0"/>
            <a:fld id="{F97DC217-DF71-1A49-B3EA-559F1F43B0FF}" type="slidenum">
              <a:rPr lang="fr-FR" smtClean="0"/>
              <a:t>‹N°›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2846425201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0" hangingPunct="1">
      <a:defRPr lang="fr-FR"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lang="fr-FR"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lang="fr-FR"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lang="fr-FR"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lang="fr-FR"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lang="fr-FR"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lang="fr-FR"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lang="fr-FR"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lang="fr-FR"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’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 rtlCol="0"/>
          <a:lstStyle>
            <a:defPPr>
              <a:defRPr lang="fr-FR"/>
            </a:defPPr>
          </a:lstStyle>
          <a:p>
            <a:pPr rtl="0"/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>
            <a:defPPr>
              <a:defRPr lang="fr-FR"/>
            </a:defPPr>
          </a:lstStyle>
          <a:p>
            <a:pPr rtl="0"/>
            <a:fld id="{F97DC217-DF71-1A49-B3EA-559F1F43B0FF}" type="slidenum">
              <a:rPr lang="fr-FR" smtClean="0"/>
              <a:t>1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216938584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’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 rtlCol="0"/>
          <a:lstStyle>
            <a:defPPr>
              <a:defRPr lang="fr-FR"/>
            </a:defPPr>
          </a:lstStyle>
          <a:p>
            <a:pPr rtl="0"/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>
            <a:defPPr>
              <a:defRPr lang="fr-FR"/>
            </a:defPPr>
          </a:lstStyle>
          <a:p>
            <a:pPr rtl="0"/>
            <a:fld id="{F97DC217-DF71-1A49-B3EA-559F1F43B0FF}" type="slidenum">
              <a:rPr lang="fr-FR" smtClean="0"/>
              <a:t>2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291524785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’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 rtlCol="0"/>
          <a:lstStyle>
            <a:defPPr>
              <a:defRPr lang="fr-FR"/>
            </a:defPPr>
          </a:lstStyle>
          <a:p>
            <a:pPr rtl="0"/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>
            <a:defPPr>
              <a:defRPr lang="fr-FR"/>
            </a:defPPr>
          </a:lstStyle>
          <a:p>
            <a:pPr rtl="0"/>
            <a:fld id="{F97DC217-DF71-1A49-B3EA-559F1F43B0FF}" type="slidenum">
              <a:rPr lang="fr-FR" smtClean="0"/>
              <a:t>3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193894890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014235-FA5C-8B1F-34BE-2186B40A9F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’image des diapositives 1">
            <a:extLst>
              <a:ext uri="{FF2B5EF4-FFF2-40B4-BE49-F238E27FC236}">
                <a16:creationId xmlns:a16="http://schemas.microsoft.com/office/drawing/2014/main" id="{FAF0FC12-5C42-0C90-528C-4F5237A67C5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>
            <a:extLst>
              <a:ext uri="{FF2B5EF4-FFF2-40B4-BE49-F238E27FC236}">
                <a16:creationId xmlns:a16="http://schemas.microsoft.com/office/drawing/2014/main" id="{33E9671F-BCCA-82DB-C959-71CE0A42030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 rtlCol="0"/>
          <a:lstStyle>
            <a:defPPr>
              <a:defRPr lang="fr-FR"/>
            </a:defPPr>
          </a:lstStyle>
          <a:p>
            <a:pPr rtl="0"/>
            <a:endParaRPr lang="fr-FR" dirty="0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AC4E25F9-0785-3930-F37E-6EA57A44F8A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>
            <a:defPPr>
              <a:defRPr lang="fr-FR"/>
            </a:defPPr>
          </a:lstStyle>
          <a:p>
            <a:pPr rtl="0"/>
            <a:fld id="{F97DC217-DF71-1A49-B3EA-559F1F43B0FF}" type="slidenum">
              <a:rPr lang="fr-FR" smtClean="0"/>
              <a:t>4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336144776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8D1CAB7-46D6-91FB-D22D-F514510597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’image des diapositives 1">
            <a:extLst>
              <a:ext uri="{FF2B5EF4-FFF2-40B4-BE49-F238E27FC236}">
                <a16:creationId xmlns:a16="http://schemas.microsoft.com/office/drawing/2014/main" id="{5BEB5525-5982-CBDA-F02B-A43BC5919B3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>
            <a:extLst>
              <a:ext uri="{FF2B5EF4-FFF2-40B4-BE49-F238E27FC236}">
                <a16:creationId xmlns:a16="http://schemas.microsoft.com/office/drawing/2014/main" id="{FF0A6C01-1248-CB52-9FE4-6D191D9A181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 rtlCol="0"/>
          <a:lstStyle>
            <a:defPPr>
              <a:defRPr lang="fr-FR"/>
            </a:defPPr>
          </a:lstStyle>
          <a:p>
            <a:pPr rtl="0"/>
            <a:endParaRPr lang="fr-FR" dirty="0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703BC2E9-A217-D616-734F-C25C8529568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>
            <a:defPPr>
              <a:defRPr lang="fr-FR"/>
            </a:defPPr>
          </a:lstStyle>
          <a:p>
            <a:pPr rtl="0"/>
            <a:fld id="{F97DC217-DF71-1A49-B3EA-559F1F43B0FF}" type="slidenum">
              <a:rPr lang="fr-FR" smtClean="0"/>
              <a:t>5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281590489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A8BA051-F93E-CBA0-6F0D-EC53740CE9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’image des diapositives 1">
            <a:extLst>
              <a:ext uri="{FF2B5EF4-FFF2-40B4-BE49-F238E27FC236}">
                <a16:creationId xmlns:a16="http://schemas.microsoft.com/office/drawing/2014/main" id="{ADA343CF-A08B-1F70-8276-2741F0FA4E4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>
            <a:extLst>
              <a:ext uri="{FF2B5EF4-FFF2-40B4-BE49-F238E27FC236}">
                <a16:creationId xmlns:a16="http://schemas.microsoft.com/office/drawing/2014/main" id="{410E6B09-178D-17D2-3948-B69AFF8DEBF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 rtlCol="0"/>
          <a:lstStyle>
            <a:defPPr>
              <a:defRPr lang="fr-FR"/>
            </a:defPPr>
          </a:lstStyle>
          <a:p>
            <a:pPr rtl="0"/>
            <a:endParaRPr lang="fr-FR" dirty="0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78FF15E1-2D48-5952-FF54-383C99030EC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>
            <a:defPPr>
              <a:defRPr lang="fr-FR"/>
            </a:defPPr>
          </a:lstStyle>
          <a:p>
            <a:pPr rtl="0"/>
            <a:fld id="{F97DC217-DF71-1A49-B3EA-559F1F43B0FF}" type="slidenum">
              <a:rPr lang="fr-FR" smtClean="0"/>
              <a:t>6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115460798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1549C0B-1E58-9A5E-3015-135D1A6E6A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’image des diapositives 1">
            <a:extLst>
              <a:ext uri="{FF2B5EF4-FFF2-40B4-BE49-F238E27FC236}">
                <a16:creationId xmlns:a16="http://schemas.microsoft.com/office/drawing/2014/main" id="{26E51E88-06CE-0A5B-6432-B2AB1113EAE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>
            <a:extLst>
              <a:ext uri="{FF2B5EF4-FFF2-40B4-BE49-F238E27FC236}">
                <a16:creationId xmlns:a16="http://schemas.microsoft.com/office/drawing/2014/main" id="{BF939FCF-B1FA-A551-C391-5DF71DC5A87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 rtlCol="0"/>
          <a:lstStyle>
            <a:defPPr>
              <a:defRPr lang="fr-FR"/>
            </a:defPPr>
          </a:lstStyle>
          <a:p>
            <a:pPr rtl="0"/>
            <a:endParaRPr lang="fr-FR" dirty="0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A6BA9DBF-DC08-6DAD-31E6-488F31BC25A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>
            <a:defPPr>
              <a:defRPr lang="fr-FR"/>
            </a:defPPr>
          </a:lstStyle>
          <a:p>
            <a:pPr rtl="0"/>
            <a:fld id="{F97DC217-DF71-1A49-B3EA-559F1F43B0FF}" type="slidenum">
              <a:rPr lang="fr-FR" smtClean="0"/>
              <a:t>7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1522271876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97D4DF0-9311-5B1D-F9A6-BB253A32F1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’image des diapositives 1">
            <a:extLst>
              <a:ext uri="{FF2B5EF4-FFF2-40B4-BE49-F238E27FC236}">
                <a16:creationId xmlns:a16="http://schemas.microsoft.com/office/drawing/2014/main" id="{1DE824F0-F013-13A8-B59C-1FD9142D196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>
            <a:extLst>
              <a:ext uri="{FF2B5EF4-FFF2-40B4-BE49-F238E27FC236}">
                <a16:creationId xmlns:a16="http://schemas.microsoft.com/office/drawing/2014/main" id="{58272745-E0BF-C222-F447-176AFE1B994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 rtlCol="0"/>
          <a:lstStyle>
            <a:defPPr>
              <a:defRPr lang="fr-FR"/>
            </a:defPPr>
          </a:lstStyle>
          <a:p>
            <a:pPr rtl="0"/>
            <a:endParaRPr lang="fr-FR" dirty="0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4A88694A-818F-C1C8-6E88-C5F434A30EE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>
            <a:defPPr>
              <a:defRPr lang="fr-FR"/>
            </a:defPPr>
          </a:lstStyle>
          <a:p>
            <a:pPr rtl="0"/>
            <a:fld id="{F97DC217-DF71-1A49-B3EA-559F1F43B0FF}" type="slidenum">
              <a:rPr lang="fr-FR" smtClean="0"/>
              <a:t>8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3648049000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3A936E6-285A-2574-A481-485F2F05AA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’image des diapositives 1">
            <a:extLst>
              <a:ext uri="{FF2B5EF4-FFF2-40B4-BE49-F238E27FC236}">
                <a16:creationId xmlns:a16="http://schemas.microsoft.com/office/drawing/2014/main" id="{7F6CB983-F6A1-D2B6-1F97-76BCAE58182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>
            <a:extLst>
              <a:ext uri="{FF2B5EF4-FFF2-40B4-BE49-F238E27FC236}">
                <a16:creationId xmlns:a16="http://schemas.microsoft.com/office/drawing/2014/main" id="{961CC4A1-C205-03F3-EA38-97AD804848D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 rtlCol="0"/>
          <a:lstStyle>
            <a:defPPr>
              <a:defRPr lang="fr-FR"/>
            </a:defPPr>
          </a:lstStyle>
          <a:p>
            <a:pPr rtl="0"/>
            <a:endParaRPr lang="fr-FR" dirty="0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7B187939-37AE-863E-F141-90AD62D0AB6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>
            <a:defPPr>
              <a:defRPr lang="fr-FR"/>
            </a:defPPr>
          </a:lstStyle>
          <a:p>
            <a:pPr rtl="0"/>
            <a:fld id="{F97DC217-DF71-1A49-B3EA-559F1F43B0FF}" type="slidenum">
              <a:rPr lang="fr-FR" smtClean="0"/>
              <a:t>9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2656222925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’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 rtlCol="0"/>
          <a:lstStyle>
            <a:defPPr>
              <a:defRPr lang="fr-FR"/>
            </a:defPPr>
          </a:lstStyle>
          <a:p>
            <a:pPr rtl="0"/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>
            <a:defPPr>
              <a:defRPr lang="fr-FR"/>
            </a:defPPr>
          </a:lstStyle>
          <a:p>
            <a:pPr rtl="0"/>
            <a:fld id="{F97DC217-DF71-1A49-B3EA-559F1F43B0FF}" type="slidenum">
              <a:rPr lang="fr-FR" smtClean="0"/>
              <a:t>10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1639086895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ECE9F4B-5284-F59A-D2AC-6EF87043A5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’image des diapositives 1">
            <a:extLst>
              <a:ext uri="{FF2B5EF4-FFF2-40B4-BE49-F238E27FC236}">
                <a16:creationId xmlns:a16="http://schemas.microsoft.com/office/drawing/2014/main" id="{C949AE01-9DDE-8A41-5ED2-AAC11D433CA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>
            <a:extLst>
              <a:ext uri="{FF2B5EF4-FFF2-40B4-BE49-F238E27FC236}">
                <a16:creationId xmlns:a16="http://schemas.microsoft.com/office/drawing/2014/main" id="{DA4B9C9D-057A-872E-D4BA-8473C0DD0C9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 rtlCol="0"/>
          <a:lstStyle>
            <a:defPPr>
              <a:defRPr lang="fr-FR"/>
            </a:defPPr>
          </a:lstStyle>
          <a:p>
            <a:pPr rtl="0"/>
            <a:endParaRPr lang="fr-FR" dirty="0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1959D190-0C66-598B-A5E7-7E1A30B9983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>
            <a:defPPr>
              <a:defRPr lang="fr-FR"/>
            </a:defPPr>
          </a:lstStyle>
          <a:p>
            <a:pPr rtl="0"/>
            <a:fld id="{F97DC217-DF71-1A49-B3EA-559F1F43B0FF}" type="slidenum">
              <a:rPr lang="fr-FR" smtClean="0"/>
              <a:t>11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3801232075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02D8260-5D0A-2709-386E-6C3CDEB88B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’image des diapositives 1">
            <a:extLst>
              <a:ext uri="{FF2B5EF4-FFF2-40B4-BE49-F238E27FC236}">
                <a16:creationId xmlns:a16="http://schemas.microsoft.com/office/drawing/2014/main" id="{8D574EF3-05B3-5D99-4590-B43E8D3A403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>
            <a:extLst>
              <a:ext uri="{FF2B5EF4-FFF2-40B4-BE49-F238E27FC236}">
                <a16:creationId xmlns:a16="http://schemas.microsoft.com/office/drawing/2014/main" id="{33E36E27-A3F8-BA7C-6825-B4762EFB4C1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 rtlCol="0"/>
          <a:lstStyle>
            <a:defPPr>
              <a:defRPr lang="fr-FR"/>
            </a:defPPr>
          </a:lstStyle>
          <a:p>
            <a:pPr rtl="0"/>
            <a:endParaRPr lang="fr-FR" dirty="0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E23813E0-3909-B91B-F68F-38DB1BE8B7A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>
            <a:defPPr>
              <a:defRPr lang="fr-FR"/>
            </a:defPPr>
          </a:lstStyle>
          <a:p>
            <a:pPr rtl="0"/>
            <a:fld id="{F97DC217-DF71-1A49-B3EA-559F1F43B0FF}" type="slidenum">
              <a:rPr lang="fr-FR" smtClean="0"/>
              <a:t>12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2910304992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B4C1271-E914-C96C-0872-4805D612D2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’image des diapositives 1">
            <a:extLst>
              <a:ext uri="{FF2B5EF4-FFF2-40B4-BE49-F238E27FC236}">
                <a16:creationId xmlns:a16="http://schemas.microsoft.com/office/drawing/2014/main" id="{193A7D5F-3D41-E8CF-58BD-D701F539A5E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>
            <a:extLst>
              <a:ext uri="{FF2B5EF4-FFF2-40B4-BE49-F238E27FC236}">
                <a16:creationId xmlns:a16="http://schemas.microsoft.com/office/drawing/2014/main" id="{3F9B8C33-33E2-DFD8-BCC4-CC8026CC252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 rtlCol="0"/>
          <a:lstStyle>
            <a:defPPr>
              <a:defRPr lang="fr-FR"/>
            </a:defPPr>
          </a:lstStyle>
          <a:p>
            <a:pPr rtl="0"/>
            <a:endParaRPr lang="fr-FR" dirty="0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8D9959E6-080A-B7DB-158C-AC4CF764D28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>
            <a:defPPr>
              <a:defRPr lang="fr-FR"/>
            </a:defPPr>
          </a:lstStyle>
          <a:p>
            <a:pPr rtl="0"/>
            <a:fld id="{F97DC217-DF71-1A49-B3EA-559F1F43B0FF}" type="slidenum">
              <a:rPr lang="fr-FR" smtClean="0"/>
              <a:t>13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3573626418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A0B7A61-A2D8-A4D4-D7F8-743E443E735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’image des diapositives 1">
            <a:extLst>
              <a:ext uri="{FF2B5EF4-FFF2-40B4-BE49-F238E27FC236}">
                <a16:creationId xmlns:a16="http://schemas.microsoft.com/office/drawing/2014/main" id="{F6BD76C4-3A62-6CE7-E9F7-0ED32C569D7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>
            <a:extLst>
              <a:ext uri="{FF2B5EF4-FFF2-40B4-BE49-F238E27FC236}">
                <a16:creationId xmlns:a16="http://schemas.microsoft.com/office/drawing/2014/main" id="{FF15D16F-DF63-64CE-D133-73478068679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 rtlCol="0"/>
          <a:lstStyle>
            <a:defPPr>
              <a:defRPr lang="fr-FR"/>
            </a:defPPr>
          </a:lstStyle>
          <a:p>
            <a:pPr rtl="0"/>
            <a:endParaRPr lang="fr-FR" dirty="0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E58C65C0-3809-F99A-B943-3C3CB94072A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>
            <a:defPPr>
              <a:defRPr lang="fr-FR"/>
            </a:defPPr>
          </a:lstStyle>
          <a:p>
            <a:pPr rtl="0"/>
            <a:fld id="{F97DC217-DF71-1A49-B3EA-559F1F43B0FF}" type="slidenum">
              <a:rPr lang="fr-FR" smtClean="0"/>
              <a:t>14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46506996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F73D63C-40F6-8F04-9265-986D8C5E544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’image des diapositives 1">
            <a:extLst>
              <a:ext uri="{FF2B5EF4-FFF2-40B4-BE49-F238E27FC236}">
                <a16:creationId xmlns:a16="http://schemas.microsoft.com/office/drawing/2014/main" id="{48A90E4E-8D26-3C36-48FB-7EEA2739C74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>
            <a:extLst>
              <a:ext uri="{FF2B5EF4-FFF2-40B4-BE49-F238E27FC236}">
                <a16:creationId xmlns:a16="http://schemas.microsoft.com/office/drawing/2014/main" id="{89A1D365-2143-9EDE-FF4E-6D1E6FFB174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 rtlCol="0"/>
          <a:lstStyle>
            <a:defPPr>
              <a:defRPr lang="fr-FR"/>
            </a:defPPr>
          </a:lstStyle>
          <a:p>
            <a:pPr rtl="0"/>
            <a:endParaRPr lang="fr-FR" dirty="0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BE09005C-B58B-E06F-A301-CE7A316391C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>
            <a:defPPr>
              <a:defRPr lang="fr-FR"/>
            </a:defPPr>
          </a:lstStyle>
          <a:p>
            <a:pPr rtl="0"/>
            <a:fld id="{F97DC217-DF71-1A49-B3EA-559F1F43B0FF}" type="slidenum">
              <a:rPr lang="fr-FR" smtClean="0"/>
              <a:t>15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430417807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CE4A9A7-2821-F01B-3D6D-C7404D69B1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’image des diapositives 1">
            <a:extLst>
              <a:ext uri="{FF2B5EF4-FFF2-40B4-BE49-F238E27FC236}">
                <a16:creationId xmlns:a16="http://schemas.microsoft.com/office/drawing/2014/main" id="{00DE989F-F194-BF82-1751-D8D039D1788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>
            <a:extLst>
              <a:ext uri="{FF2B5EF4-FFF2-40B4-BE49-F238E27FC236}">
                <a16:creationId xmlns:a16="http://schemas.microsoft.com/office/drawing/2014/main" id="{62340E7B-DB86-B90F-3BF4-A62DA84C217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 rtlCol="0"/>
          <a:lstStyle>
            <a:defPPr>
              <a:defRPr lang="fr-FR"/>
            </a:defPPr>
          </a:lstStyle>
          <a:p>
            <a:pPr rtl="0"/>
            <a:endParaRPr lang="fr-FR" dirty="0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23877DEF-6D74-A311-6ADF-2E7AFD902B5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>
            <a:defPPr>
              <a:defRPr lang="fr-FR"/>
            </a:defPPr>
          </a:lstStyle>
          <a:p>
            <a:pPr rtl="0"/>
            <a:fld id="{F97DC217-DF71-1A49-B3EA-559F1F43B0FF}" type="slidenum">
              <a:rPr lang="fr-FR" smtClean="0"/>
              <a:t>16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3133082644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567EE49-C645-C395-21D6-0E074110D8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’image des diapositives 1">
            <a:extLst>
              <a:ext uri="{FF2B5EF4-FFF2-40B4-BE49-F238E27FC236}">
                <a16:creationId xmlns:a16="http://schemas.microsoft.com/office/drawing/2014/main" id="{D740A823-A6B2-9E54-85FC-EA5FCC7D859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>
            <a:extLst>
              <a:ext uri="{FF2B5EF4-FFF2-40B4-BE49-F238E27FC236}">
                <a16:creationId xmlns:a16="http://schemas.microsoft.com/office/drawing/2014/main" id="{BDEB6CEA-873A-863D-A7C4-7F87C2EFDA8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 rtlCol="0"/>
          <a:lstStyle>
            <a:defPPr>
              <a:defRPr lang="fr-FR"/>
            </a:defPPr>
          </a:lstStyle>
          <a:p>
            <a:pPr rtl="0"/>
            <a:endParaRPr lang="fr-FR" dirty="0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A3BB85ED-3CBA-A23A-EE52-A56F2A554E6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>
            <a:defPPr>
              <a:defRPr lang="fr-FR"/>
            </a:defPPr>
          </a:lstStyle>
          <a:p>
            <a:pPr rtl="0"/>
            <a:fld id="{F97DC217-DF71-1A49-B3EA-559F1F43B0FF}" type="slidenum">
              <a:rPr lang="fr-FR" smtClean="0"/>
              <a:t>17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3812883137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3A00422-E11B-3AB8-C501-4923AD1368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’image des diapositives 1">
            <a:extLst>
              <a:ext uri="{FF2B5EF4-FFF2-40B4-BE49-F238E27FC236}">
                <a16:creationId xmlns:a16="http://schemas.microsoft.com/office/drawing/2014/main" id="{D550A6CC-0B77-D2DC-68DE-67250C8AFFC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>
            <a:extLst>
              <a:ext uri="{FF2B5EF4-FFF2-40B4-BE49-F238E27FC236}">
                <a16:creationId xmlns:a16="http://schemas.microsoft.com/office/drawing/2014/main" id="{25591136-8339-80E4-90D1-4F534D5CE54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 rtlCol="0"/>
          <a:lstStyle>
            <a:defPPr>
              <a:defRPr lang="fr-FR"/>
            </a:defPPr>
          </a:lstStyle>
          <a:p>
            <a:pPr rtl="0"/>
            <a:endParaRPr lang="fr-FR" dirty="0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8D444013-D09C-1F53-0AC1-8C43CEA97D5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>
            <a:defPPr>
              <a:defRPr lang="fr-FR"/>
            </a:defPPr>
          </a:lstStyle>
          <a:p>
            <a:pPr rtl="0"/>
            <a:fld id="{F97DC217-DF71-1A49-B3EA-559F1F43B0FF}" type="slidenum">
              <a:rPr lang="fr-FR" smtClean="0"/>
              <a:t>18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1693565254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4E76EDA-C0E4-CC60-BE5D-7E5E55BEC1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’image des diapositives 1">
            <a:extLst>
              <a:ext uri="{FF2B5EF4-FFF2-40B4-BE49-F238E27FC236}">
                <a16:creationId xmlns:a16="http://schemas.microsoft.com/office/drawing/2014/main" id="{DD9AAA2A-035A-F7E3-D1A0-069DB594BFE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>
            <a:extLst>
              <a:ext uri="{FF2B5EF4-FFF2-40B4-BE49-F238E27FC236}">
                <a16:creationId xmlns:a16="http://schemas.microsoft.com/office/drawing/2014/main" id="{C9F998CB-3C0D-4108-6B15-15E5C1B3D10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 rtlCol="0"/>
          <a:lstStyle>
            <a:defPPr>
              <a:defRPr lang="fr-FR"/>
            </a:defPPr>
          </a:lstStyle>
          <a:p>
            <a:pPr rtl="0"/>
            <a:endParaRPr lang="fr-FR" dirty="0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D202FDF1-9835-E3EC-EC55-EA4D4443B8D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>
            <a:defPPr>
              <a:defRPr lang="fr-FR"/>
            </a:defPPr>
          </a:lstStyle>
          <a:p>
            <a:pPr rtl="0"/>
            <a:fld id="{F97DC217-DF71-1A49-B3EA-559F1F43B0FF}" type="slidenum">
              <a:rPr lang="fr-FR" smtClean="0"/>
              <a:t>19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354208324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9AC79249-FDC0-364D-A734-AE1DE1605D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4572000"/>
            <a:ext cx="12192000" cy="2286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fr-FR"/>
            </a:defPPr>
          </a:lstStyle>
          <a:p>
            <a:pPr algn="ctr" rtl="0"/>
            <a:endParaRPr lang="fr-FR" dirty="0"/>
          </a:p>
        </p:txBody>
      </p:sp>
      <p:grpSp>
        <p:nvGrpSpPr>
          <p:cNvPr id="7" name="Groupe 6">
            <a:extLst>
              <a:ext uri="{FF2B5EF4-FFF2-40B4-BE49-F238E27FC236}">
                <a16:creationId xmlns:a16="http://schemas.microsoft.com/office/drawing/2014/main" id="{13537B6D-42A5-F449-2691-321A167F7C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0" y="-3419"/>
            <a:ext cx="12192000" cy="6861419"/>
            <a:chOff x="0" y="-3419"/>
            <a:chExt cx="12192000" cy="6861419"/>
          </a:xfrm>
        </p:grpSpPr>
        <p:sp>
          <p:nvSpPr>
            <p:cNvPr id="5" name="Ovale 4">
              <a:extLst>
                <a:ext uri="{FF2B5EF4-FFF2-40B4-BE49-F238E27FC236}">
                  <a16:creationId xmlns:a16="http://schemas.microsoft.com/office/drawing/2014/main" id="{902465C8-266D-104C-9C49-323DF4A8277E}"/>
                </a:ext>
              </a:extLst>
            </p:cNvPr>
            <p:cNvSpPr/>
            <p:nvPr userDrawn="1"/>
          </p:nvSpPr>
          <p:spPr>
            <a:xfrm>
              <a:off x="583746" y="4960030"/>
              <a:ext cx="1551214" cy="1551214"/>
            </a:xfrm>
            <a:prstGeom prst="ellipse">
              <a:avLst/>
            </a:prstGeom>
            <a:solidFill>
              <a:schemeClr val="tx2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fr-FR"/>
              </a:defPPr>
            </a:lstStyle>
            <a:p>
              <a:pPr algn="ctr" rtl="0"/>
              <a:endParaRPr lang="fr-FR" dirty="0"/>
            </a:p>
          </p:txBody>
        </p:sp>
        <p:sp>
          <p:nvSpPr>
            <p:cNvPr id="11" name="Forme libre 10">
              <a:extLst>
                <a:ext uri="{FF2B5EF4-FFF2-40B4-BE49-F238E27FC236}">
                  <a16:creationId xmlns:a16="http://schemas.microsoft.com/office/drawing/2014/main" id="{37979A1C-BF60-B345-A664-2E4F7A3461EB}"/>
                </a:ext>
              </a:extLst>
            </p:cNvPr>
            <p:cNvSpPr/>
            <p:nvPr userDrawn="1"/>
          </p:nvSpPr>
          <p:spPr>
            <a:xfrm>
              <a:off x="1" y="4571999"/>
              <a:ext cx="1118508" cy="1118508"/>
            </a:xfrm>
            <a:custGeom>
              <a:avLst/>
              <a:gdLst>
                <a:gd name="connsiteX0" fmla="*/ 0 w 1167493"/>
                <a:gd name="connsiteY0" fmla="*/ 0 h 1167493"/>
                <a:gd name="connsiteX1" fmla="*/ 1167493 w 1167493"/>
                <a:gd name="connsiteY1" fmla="*/ 0 h 1167493"/>
                <a:gd name="connsiteX2" fmla="*/ 0 w 1167493"/>
                <a:gd name="connsiteY2" fmla="*/ 1167493 h 1167493"/>
                <a:gd name="connsiteX3" fmla="*/ 0 w 1167493"/>
                <a:gd name="connsiteY3" fmla="*/ 0 h 11674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67493" h="1167493">
                  <a:moveTo>
                    <a:pt x="0" y="0"/>
                  </a:moveTo>
                  <a:lnTo>
                    <a:pt x="1167493" y="0"/>
                  </a:lnTo>
                  <a:cubicBezTo>
                    <a:pt x="522704" y="0"/>
                    <a:pt x="0" y="522704"/>
                    <a:pt x="0" y="1167493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>
              <a:defPPr>
                <a:defRPr lang="fr-FR"/>
              </a:defPPr>
            </a:lstStyle>
            <a:p>
              <a:pPr algn="ctr" rtl="0"/>
              <a:endParaRPr lang="fr-FR" dirty="0"/>
            </a:p>
          </p:txBody>
        </p:sp>
        <p:sp>
          <p:nvSpPr>
            <p:cNvPr id="9" name="Forme libre 8">
              <a:extLst>
                <a:ext uri="{FF2B5EF4-FFF2-40B4-BE49-F238E27FC236}">
                  <a16:creationId xmlns:a16="http://schemas.microsoft.com/office/drawing/2014/main" id="{58080B3E-915C-2D4C-8608-596E1BFD6387}"/>
                </a:ext>
              </a:extLst>
            </p:cNvPr>
            <p:cNvSpPr/>
            <p:nvPr userDrawn="1"/>
          </p:nvSpPr>
          <p:spPr>
            <a:xfrm>
              <a:off x="1" y="5739492"/>
              <a:ext cx="1118508" cy="1118508"/>
            </a:xfrm>
            <a:custGeom>
              <a:avLst/>
              <a:gdLst>
                <a:gd name="connsiteX0" fmla="*/ 0 w 1167493"/>
                <a:gd name="connsiteY0" fmla="*/ 0 h 1167493"/>
                <a:gd name="connsiteX1" fmla="*/ 1167493 w 1167493"/>
                <a:gd name="connsiteY1" fmla="*/ 1167493 h 1167493"/>
                <a:gd name="connsiteX2" fmla="*/ 0 w 1167493"/>
                <a:gd name="connsiteY2" fmla="*/ 1167493 h 1167493"/>
                <a:gd name="connsiteX3" fmla="*/ 0 w 1167493"/>
                <a:gd name="connsiteY3" fmla="*/ 0 h 11674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67493" h="1167493">
                  <a:moveTo>
                    <a:pt x="0" y="0"/>
                  </a:moveTo>
                  <a:cubicBezTo>
                    <a:pt x="0" y="644789"/>
                    <a:pt x="522704" y="1167493"/>
                    <a:pt x="1167493" y="1167493"/>
                  </a:cubicBezTo>
                  <a:lnTo>
                    <a:pt x="0" y="116749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>
              <a:defPPr>
                <a:defRPr lang="fr-FR"/>
              </a:defPPr>
            </a:lstStyle>
            <a:p>
              <a:pPr algn="ctr" rtl="0"/>
              <a:endParaRPr lang="fr-FR" dirty="0"/>
            </a:p>
          </p:txBody>
        </p:sp>
        <p:grpSp>
          <p:nvGrpSpPr>
            <p:cNvPr id="6" name="Groupe 5">
              <a:extLst>
                <a:ext uri="{FF2B5EF4-FFF2-40B4-BE49-F238E27FC236}">
                  <a16:creationId xmlns:a16="http://schemas.microsoft.com/office/drawing/2014/main" id="{F15FBB50-09C8-B64E-AE57-67C5E70810CB}"/>
                </a:ext>
              </a:extLst>
            </p:cNvPr>
            <p:cNvGrpSpPr/>
            <p:nvPr userDrawn="1"/>
          </p:nvGrpSpPr>
          <p:grpSpPr>
            <a:xfrm>
              <a:off x="8264427" y="-3419"/>
              <a:ext cx="3927573" cy="3165022"/>
              <a:chOff x="9857014" y="13834"/>
              <a:chExt cx="2334986" cy="1881641"/>
            </a:xfrm>
          </p:grpSpPr>
          <p:sp>
            <p:nvSpPr>
              <p:cNvPr id="15" name="Forme libre 14">
                <a:extLst>
                  <a:ext uri="{FF2B5EF4-FFF2-40B4-BE49-F238E27FC236}">
                    <a16:creationId xmlns:a16="http://schemas.microsoft.com/office/drawing/2014/main" id="{EFBF1E52-11FA-DC48-B7AD-75734232FFE8}"/>
                  </a:ext>
                </a:extLst>
              </p:cNvPr>
              <p:cNvSpPr/>
              <p:nvPr userDrawn="1"/>
            </p:nvSpPr>
            <p:spPr>
              <a:xfrm rot="5400000" flipH="1" flipV="1">
                <a:off x="10667433" y="370908"/>
                <a:ext cx="1881641" cy="1167493"/>
              </a:xfrm>
              <a:custGeom>
                <a:avLst/>
                <a:gdLst>
                  <a:gd name="connsiteX0" fmla="*/ 1881641 w 1881641"/>
                  <a:gd name="connsiteY0" fmla="*/ 1167473 h 1167493"/>
                  <a:gd name="connsiteX1" fmla="*/ 1881641 w 1881641"/>
                  <a:gd name="connsiteY1" fmla="*/ 1167493 h 1167493"/>
                  <a:gd name="connsiteX2" fmla="*/ 1167493 w 1881641"/>
                  <a:gd name="connsiteY2" fmla="*/ 1167493 h 1167493"/>
                  <a:gd name="connsiteX3" fmla="*/ 0 w 1881641"/>
                  <a:gd name="connsiteY3" fmla="*/ 0 h 1167493"/>
                  <a:gd name="connsiteX4" fmla="*/ 714149 w 1881641"/>
                  <a:gd name="connsiteY4" fmla="*/ 0 h 1167493"/>
                  <a:gd name="connsiteX5" fmla="*/ 1875614 w 1881641"/>
                  <a:gd name="connsiteY5" fmla="*/ 1048124 h 1167493"/>
                  <a:gd name="connsiteX6" fmla="*/ 1881641 w 1881641"/>
                  <a:gd name="connsiteY6" fmla="*/ 1167473 h 116749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881641" h="1167493">
                    <a:moveTo>
                      <a:pt x="1881641" y="1167473"/>
                    </a:moveTo>
                    <a:lnTo>
                      <a:pt x="1881641" y="1167493"/>
                    </a:lnTo>
                    <a:lnTo>
                      <a:pt x="1167493" y="1167493"/>
                    </a:lnTo>
                    <a:cubicBezTo>
                      <a:pt x="522704" y="1167493"/>
                      <a:pt x="0" y="644789"/>
                      <a:pt x="0" y="0"/>
                    </a:cubicBezTo>
                    <a:lnTo>
                      <a:pt x="714149" y="0"/>
                    </a:lnTo>
                    <a:cubicBezTo>
                      <a:pt x="1318639" y="0"/>
                      <a:pt x="1815827" y="459408"/>
                      <a:pt x="1875614" y="1048124"/>
                    </a:cubicBezTo>
                    <a:lnTo>
                      <a:pt x="1881641" y="1167473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>
                <a:defPPr>
                  <a:defRPr lang="fr-FR"/>
                </a:defPPr>
              </a:lstStyle>
              <a:p>
                <a:pPr algn="ctr" rtl="0"/>
                <a:endParaRPr lang="fr-FR" dirty="0"/>
              </a:p>
            </p:txBody>
          </p:sp>
          <p:sp>
            <p:nvSpPr>
              <p:cNvPr id="16" name="Forme libre 15">
                <a:extLst>
                  <a:ext uri="{FF2B5EF4-FFF2-40B4-BE49-F238E27FC236}">
                    <a16:creationId xmlns:a16="http://schemas.microsoft.com/office/drawing/2014/main" id="{4850B620-49F5-3748-84AF-682555D52792}"/>
                  </a:ext>
                </a:extLst>
              </p:cNvPr>
              <p:cNvSpPr/>
              <p:nvPr userDrawn="1"/>
            </p:nvSpPr>
            <p:spPr>
              <a:xfrm rot="16200000" flipV="1">
                <a:off x="9499940" y="370908"/>
                <a:ext cx="1881641" cy="1167493"/>
              </a:xfrm>
              <a:custGeom>
                <a:avLst/>
                <a:gdLst>
                  <a:gd name="connsiteX0" fmla="*/ 1881641 w 1881641"/>
                  <a:gd name="connsiteY0" fmla="*/ 1167473 h 1167493"/>
                  <a:gd name="connsiteX1" fmla="*/ 1881641 w 1881641"/>
                  <a:gd name="connsiteY1" fmla="*/ 1167493 h 1167493"/>
                  <a:gd name="connsiteX2" fmla="*/ 1167493 w 1881641"/>
                  <a:gd name="connsiteY2" fmla="*/ 1167493 h 1167493"/>
                  <a:gd name="connsiteX3" fmla="*/ 0 w 1881641"/>
                  <a:gd name="connsiteY3" fmla="*/ 0 h 1167493"/>
                  <a:gd name="connsiteX4" fmla="*/ 714149 w 1881641"/>
                  <a:gd name="connsiteY4" fmla="*/ 0 h 1167493"/>
                  <a:gd name="connsiteX5" fmla="*/ 1875614 w 1881641"/>
                  <a:gd name="connsiteY5" fmla="*/ 1048124 h 1167493"/>
                  <a:gd name="connsiteX6" fmla="*/ 1881641 w 1881641"/>
                  <a:gd name="connsiteY6" fmla="*/ 1167473 h 116749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881641" h="1167493">
                    <a:moveTo>
                      <a:pt x="1881641" y="1167473"/>
                    </a:moveTo>
                    <a:lnTo>
                      <a:pt x="1881641" y="1167493"/>
                    </a:lnTo>
                    <a:lnTo>
                      <a:pt x="1167493" y="1167493"/>
                    </a:lnTo>
                    <a:cubicBezTo>
                      <a:pt x="522704" y="1167493"/>
                      <a:pt x="0" y="644789"/>
                      <a:pt x="0" y="0"/>
                    </a:cubicBezTo>
                    <a:lnTo>
                      <a:pt x="714149" y="0"/>
                    </a:lnTo>
                    <a:cubicBezTo>
                      <a:pt x="1318639" y="0"/>
                      <a:pt x="1815827" y="459408"/>
                      <a:pt x="1875614" y="1048124"/>
                    </a:cubicBezTo>
                    <a:lnTo>
                      <a:pt x="1881641" y="1167473"/>
                    </a:lnTo>
                    <a:close/>
                  </a:path>
                </a:pathLst>
              </a:custGeom>
              <a:solidFill>
                <a:schemeClr val="tx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>
                <a:defPPr>
                  <a:defRPr lang="fr-FR"/>
                </a:defPPr>
              </a:lstStyle>
              <a:p>
                <a:pPr algn="ctr" rtl="0"/>
                <a:endParaRPr lang="fr-FR" dirty="0"/>
              </a:p>
            </p:txBody>
          </p:sp>
        </p:grpSp>
        <p:sp>
          <p:nvSpPr>
            <p:cNvPr id="22" name="Forme libre 21">
              <a:extLst>
                <a:ext uri="{FF2B5EF4-FFF2-40B4-BE49-F238E27FC236}">
                  <a16:creationId xmlns:a16="http://schemas.microsoft.com/office/drawing/2014/main" id="{BC68F289-2744-2F48-893A-3F17911625C8}"/>
                </a:ext>
              </a:extLst>
            </p:cNvPr>
            <p:cNvSpPr/>
            <p:nvPr userDrawn="1"/>
          </p:nvSpPr>
          <p:spPr>
            <a:xfrm>
              <a:off x="0" y="-1"/>
              <a:ext cx="1167493" cy="1167493"/>
            </a:xfrm>
            <a:custGeom>
              <a:avLst/>
              <a:gdLst>
                <a:gd name="connsiteX0" fmla="*/ 0 w 862693"/>
                <a:gd name="connsiteY0" fmla="*/ 0 h 862693"/>
                <a:gd name="connsiteX1" fmla="*/ 862693 w 862693"/>
                <a:gd name="connsiteY1" fmla="*/ 0 h 862693"/>
                <a:gd name="connsiteX2" fmla="*/ 0 w 862693"/>
                <a:gd name="connsiteY2" fmla="*/ 862693 h 862693"/>
                <a:gd name="connsiteX3" fmla="*/ 0 w 862693"/>
                <a:gd name="connsiteY3" fmla="*/ 0 h 8626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862693" h="862693">
                  <a:moveTo>
                    <a:pt x="0" y="0"/>
                  </a:moveTo>
                  <a:lnTo>
                    <a:pt x="862693" y="0"/>
                  </a:lnTo>
                  <a:cubicBezTo>
                    <a:pt x="862693" y="476453"/>
                    <a:pt x="476452" y="862693"/>
                    <a:pt x="0" y="862693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>
              <a:defPPr>
                <a:defRPr lang="fr-FR"/>
              </a:defPPr>
            </a:lstStyle>
            <a:p>
              <a:pPr algn="ctr" rtl="0"/>
              <a:endParaRPr lang="fr-FR" dirty="0"/>
            </a:p>
          </p:txBody>
        </p:sp>
        <p:sp>
          <p:nvSpPr>
            <p:cNvPr id="28" name="Forme libre 27">
              <a:extLst>
                <a:ext uri="{FF2B5EF4-FFF2-40B4-BE49-F238E27FC236}">
                  <a16:creationId xmlns:a16="http://schemas.microsoft.com/office/drawing/2014/main" id="{9E240E8A-950E-7946-826C-415CB5DACA43}"/>
                </a:ext>
              </a:extLst>
            </p:cNvPr>
            <p:cNvSpPr/>
            <p:nvPr userDrawn="1"/>
          </p:nvSpPr>
          <p:spPr>
            <a:xfrm>
              <a:off x="11024507" y="4580708"/>
              <a:ext cx="1167493" cy="2277292"/>
            </a:xfrm>
            <a:custGeom>
              <a:avLst/>
              <a:gdLst>
                <a:gd name="connsiteX0" fmla="*/ 1167473 w 1167493"/>
                <a:gd name="connsiteY0" fmla="*/ 0 h 2272167"/>
                <a:gd name="connsiteX1" fmla="*/ 1167493 w 1167493"/>
                <a:gd name="connsiteY1" fmla="*/ 0 h 2272167"/>
                <a:gd name="connsiteX2" fmla="*/ 1167493 w 1167493"/>
                <a:gd name="connsiteY2" fmla="*/ 492960 h 2272167"/>
                <a:gd name="connsiteX3" fmla="*/ 1167493 w 1167493"/>
                <a:gd name="connsiteY3" fmla="*/ 720385 h 2272167"/>
                <a:gd name="connsiteX4" fmla="*/ 1167493 w 1167493"/>
                <a:gd name="connsiteY4" fmla="*/ 2272167 h 2272167"/>
                <a:gd name="connsiteX5" fmla="*/ 0 w 1167493"/>
                <a:gd name="connsiteY5" fmla="*/ 2272167 h 2272167"/>
                <a:gd name="connsiteX6" fmla="*/ 0 w 1167493"/>
                <a:gd name="connsiteY6" fmla="*/ 1898074 h 2272167"/>
                <a:gd name="connsiteX7" fmla="*/ 0 w 1167493"/>
                <a:gd name="connsiteY7" fmla="*/ 1271597 h 2272167"/>
                <a:gd name="connsiteX8" fmla="*/ 0 w 1167493"/>
                <a:gd name="connsiteY8" fmla="*/ 1177688 h 2272167"/>
                <a:gd name="connsiteX9" fmla="*/ 1048124 w 1167493"/>
                <a:gd name="connsiteY9" fmla="*/ 6080 h 2272167"/>
                <a:gd name="connsiteX10" fmla="*/ 1167473 w 1167493"/>
                <a:gd name="connsiteY10" fmla="*/ 0 h 22721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167493" h="2272167">
                  <a:moveTo>
                    <a:pt x="1167473" y="0"/>
                  </a:moveTo>
                  <a:lnTo>
                    <a:pt x="1167493" y="0"/>
                  </a:lnTo>
                  <a:lnTo>
                    <a:pt x="1167493" y="492960"/>
                  </a:lnTo>
                  <a:lnTo>
                    <a:pt x="1167493" y="720385"/>
                  </a:lnTo>
                  <a:lnTo>
                    <a:pt x="1167493" y="2272167"/>
                  </a:lnTo>
                  <a:lnTo>
                    <a:pt x="0" y="2272167"/>
                  </a:lnTo>
                  <a:lnTo>
                    <a:pt x="0" y="1898074"/>
                  </a:lnTo>
                  <a:lnTo>
                    <a:pt x="0" y="1271597"/>
                  </a:lnTo>
                  <a:lnTo>
                    <a:pt x="0" y="1177688"/>
                  </a:lnTo>
                  <a:cubicBezTo>
                    <a:pt x="0" y="567919"/>
                    <a:pt x="459408" y="66389"/>
                    <a:pt x="1048124" y="6080"/>
                  </a:cubicBezTo>
                  <a:lnTo>
                    <a:pt x="1167473" y="0"/>
                  </a:lnTo>
                  <a:close/>
                </a:path>
              </a:pathLst>
            </a:cu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>
              <a:defPPr>
                <a:defRPr lang="fr-FR"/>
              </a:defPPr>
            </a:lstStyle>
            <a:p>
              <a:pPr algn="ctr" rtl="0"/>
              <a:endParaRPr lang="fr-FR" dirty="0"/>
            </a:p>
          </p:txBody>
        </p:sp>
      </p:grpSp>
      <p:sp>
        <p:nvSpPr>
          <p:cNvPr id="2" name="Titre 1">
            <a:extLst>
              <a:ext uri="{FF2B5EF4-FFF2-40B4-BE49-F238E27FC236}">
                <a16:creationId xmlns:a16="http://schemas.microsoft.com/office/drawing/2014/main" id="{494248F2-5264-4601-AA0B-6C092F77F2DD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167493" y="232913"/>
            <a:ext cx="7096933" cy="3830130"/>
          </a:xfrm>
        </p:spPr>
        <p:txBody>
          <a:bodyPr rtlCol="0" anchor="b">
            <a:noAutofit/>
          </a:bodyPr>
          <a:lstStyle>
            <a:lvl1pPr algn="l">
              <a:defRPr lang="fr-FR" sz="6000" b="1">
                <a:latin typeface="+mj-lt"/>
              </a:defRPr>
            </a:lvl1pPr>
          </a:lstStyle>
          <a:p>
            <a:pPr rtl="0"/>
            <a:r>
              <a:rPr lang="fr-FR"/>
              <a:t>Cliquez pour ajouter un titre</a:t>
            </a:r>
          </a:p>
        </p:txBody>
      </p:sp>
    </p:spTree>
    <p:extLst>
      <p:ext uri="{BB962C8B-B14F-4D97-AF65-F5344CB8AC3E}">
        <p14:creationId xmlns:p14="http://schemas.microsoft.com/office/powerpoint/2010/main" val="291649857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" name="Groupe 12">
            <a:extLst>
              <a:ext uri="{FF2B5EF4-FFF2-40B4-BE49-F238E27FC236}">
                <a16:creationId xmlns:a16="http://schemas.microsoft.com/office/drawing/2014/main" id="{AC10D125-AB73-D276-4947-94204736A30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1" y="0"/>
            <a:ext cx="12191999" cy="6858000"/>
            <a:chOff x="1" y="0"/>
            <a:chExt cx="12191999" cy="6858000"/>
          </a:xfrm>
        </p:grpSpPr>
        <p:sp>
          <p:nvSpPr>
            <p:cNvPr id="4" name="Forme libre 3">
              <a:extLst>
                <a:ext uri="{FF2B5EF4-FFF2-40B4-BE49-F238E27FC236}">
                  <a16:creationId xmlns:a16="http://schemas.microsoft.com/office/drawing/2014/main" id="{6A7F6A3F-E1DD-A246-9A6D-5F9B18BA258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 flipH="1">
              <a:off x="8580896" y="1"/>
              <a:ext cx="3611104" cy="3611104"/>
            </a:xfrm>
            <a:custGeom>
              <a:avLst/>
              <a:gdLst>
                <a:gd name="connsiteX0" fmla="*/ 0 w 1167493"/>
                <a:gd name="connsiteY0" fmla="*/ 0 h 1167493"/>
                <a:gd name="connsiteX1" fmla="*/ 1167493 w 1167493"/>
                <a:gd name="connsiteY1" fmla="*/ 0 h 1167493"/>
                <a:gd name="connsiteX2" fmla="*/ 0 w 1167493"/>
                <a:gd name="connsiteY2" fmla="*/ 1167493 h 1167493"/>
                <a:gd name="connsiteX3" fmla="*/ 0 w 1167493"/>
                <a:gd name="connsiteY3" fmla="*/ 0 h 11674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67493" h="1167493">
                  <a:moveTo>
                    <a:pt x="0" y="0"/>
                  </a:moveTo>
                  <a:lnTo>
                    <a:pt x="1167493" y="0"/>
                  </a:lnTo>
                  <a:cubicBezTo>
                    <a:pt x="522704" y="0"/>
                    <a:pt x="0" y="522704"/>
                    <a:pt x="0" y="1167493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>
              <a:defPPr>
                <a:defRPr lang="fr-FR"/>
              </a:defPPr>
            </a:lstStyle>
            <a:p>
              <a:pPr algn="ctr" rtl="0"/>
              <a:endParaRPr lang="fr-FR" dirty="0"/>
            </a:p>
          </p:txBody>
        </p:sp>
        <p:sp>
          <p:nvSpPr>
            <p:cNvPr id="5" name="Forme libre 4">
              <a:extLst>
                <a:ext uri="{FF2B5EF4-FFF2-40B4-BE49-F238E27FC236}">
                  <a16:creationId xmlns:a16="http://schemas.microsoft.com/office/drawing/2014/main" id="{055FD0FC-C8FF-6741-A364-A29CDC6F949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 flipH="1">
              <a:off x="8580896" y="3246896"/>
              <a:ext cx="3611104" cy="3611104"/>
            </a:xfrm>
            <a:custGeom>
              <a:avLst/>
              <a:gdLst>
                <a:gd name="connsiteX0" fmla="*/ 0 w 1167493"/>
                <a:gd name="connsiteY0" fmla="*/ 0 h 1167493"/>
                <a:gd name="connsiteX1" fmla="*/ 1167493 w 1167493"/>
                <a:gd name="connsiteY1" fmla="*/ 1167493 h 1167493"/>
                <a:gd name="connsiteX2" fmla="*/ 0 w 1167493"/>
                <a:gd name="connsiteY2" fmla="*/ 1167493 h 1167493"/>
                <a:gd name="connsiteX3" fmla="*/ 0 w 1167493"/>
                <a:gd name="connsiteY3" fmla="*/ 0 h 11674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67493" h="1167493">
                  <a:moveTo>
                    <a:pt x="0" y="0"/>
                  </a:moveTo>
                  <a:cubicBezTo>
                    <a:pt x="0" y="644789"/>
                    <a:pt x="522704" y="1167493"/>
                    <a:pt x="1167493" y="1167493"/>
                  </a:cubicBezTo>
                  <a:lnTo>
                    <a:pt x="0" y="116749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>
              <a:defPPr>
                <a:defRPr lang="fr-FR"/>
              </a:defPPr>
            </a:lstStyle>
            <a:p>
              <a:pPr algn="ctr" rtl="0"/>
              <a:endParaRPr lang="fr-FR" dirty="0">
                <a:latin typeface="+mn-lt"/>
              </a:endParaRPr>
            </a:p>
          </p:txBody>
        </p:sp>
        <p:sp>
          <p:nvSpPr>
            <p:cNvPr id="6" name="Forme libre 5">
              <a:extLst>
                <a:ext uri="{FF2B5EF4-FFF2-40B4-BE49-F238E27FC236}">
                  <a16:creationId xmlns:a16="http://schemas.microsoft.com/office/drawing/2014/main" id="{D11C9832-A021-954E-A34F-2988D1189AE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>
              <a:off x="1" y="0"/>
              <a:ext cx="933856" cy="933856"/>
            </a:xfrm>
            <a:custGeom>
              <a:avLst/>
              <a:gdLst>
                <a:gd name="connsiteX0" fmla="*/ 0 w 862693"/>
                <a:gd name="connsiteY0" fmla="*/ 0 h 862693"/>
                <a:gd name="connsiteX1" fmla="*/ 862693 w 862693"/>
                <a:gd name="connsiteY1" fmla="*/ 0 h 862693"/>
                <a:gd name="connsiteX2" fmla="*/ 0 w 862693"/>
                <a:gd name="connsiteY2" fmla="*/ 862693 h 862693"/>
                <a:gd name="connsiteX3" fmla="*/ 0 w 862693"/>
                <a:gd name="connsiteY3" fmla="*/ 0 h 8626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862693" h="862693">
                  <a:moveTo>
                    <a:pt x="0" y="0"/>
                  </a:moveTo>
                  <a:lnTo>
                    <a:pt x="862693" y="0"/>
                  </a:lnTo>
                  <a:cubicBezTo>
                    <a:pt x="862693" y="476453"/>
                    <a:pt x="476452" y="862693"/>
                    <a:pt x="0" y="862693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>
              <a:defPPr>
                <a:defRPr lang="fr-FR"/>
              </a:defPPr>
            </a:lstStyle>
            <a:p>
              <a:pPr algn="ctr" rtl="0"/>
              <a:endParaRPr lang="fr-FR" dirty="0"/>
            </a:p>
          </p:txBody>
        </p:sp>
        <p:grpSp>
          <p:nvGrpSpPr>
            <p:cNvPr id="9" name="Groupe 8">
              <a:extLst>
                <a:ext uri="{FF2B5EF4-FFF2-40B4-BE49-F238E27FC236}">
                  <a16:creationId xmlns:a16="http://schemas.microsoft.com/office/drawing/2014/main" id="{9861BC34-DFBF-2D4F-B463-FCFBC08391F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GrpSpPr/>
            <p:nvPr userDrawn="1"/>
          </p:nvGrpSpPr>
          <p:grpSpPr>
            <a:xfrm>
              <a:off x="8082092" y="5590903"/>
              <a:ext cx="1572380" cy="1267097"/>
              <a:chOff x="7413403" y="4976359"/>
              <a:chExt cx="2334986" cy="1881641"/>
            </a:xfrm>
          </p:grpSpPr>
          <p:sp>
            <p:nvSpPr>
              <p:cNvPr id="7" name="Forme libre 6">
                <a:extLst>
                  <a:ext uri="{FF2B5EF4-FFF2-40B4-BE49-F238E27FC236}">
                    <a16:creationId xmlns:a16="http://schemas.microsoft.com/office/drawing/2014/main" id="{55C37C19-F268-4A43-A0D4-3B1B38D48952}"/>
                  </a:ext>
                </a:extLst>
              </p:cNvPr>
              <p:cNvSpPr/>
              <p:nvPr userDrawn="1"/>
            </p:nvSpPr>
            <p:spPr>
              <a:xfrm rot="5400000" flipH="1" flipV="1">
                <a:off x="8223822" y="5333433"/>
                <a:ext cx="1881641" cy="1167493"/>
              </a:xfrm>
              <a:custGeom>
                <a:avLst/>
                <a:gdLst>
                  <a:gd name="connsiteX0" fmla="*/ 1881641 w 1881641"/>
                  <a:gd name="connsiteY0" fmla="*/ 1167473 h 1167493"/>
                  <a:gd name="connsiteX1" fmla="*/ 1881641 w 1881641"/>
                  <a:gd name="connsiteY1" fmla="*/ 1167493 h 1167493"/>
                  <a:gd name="connsiteX2" fmla="*/ 1167493 w 1881641"/>
                  <a:gd name="connsiteY2" fmla="*/ 1167493 h 1167493"/>
                  <a:gd name="connsiteX3" fmla="*/ 0 w 1881641"/>
                  <a:gd name="connsiteY3" fmla="*/ 0 h 1167493"/>
                  <a:gd name="connsiteX4" fmla="*/ 714149 w 1881641"/>
                  <a:gd name="connsiteY4" fmla="*/ 0 h 1167493"/>
                  <a:gd name="connsiteX5" fmla="*/ 1875614 w 1881641"/>
                  <a:gd name="connsiteY5" fmla="*/ 1048124 h 1167493"/>
                  <a:gd name="connsiteX6" fmla="*/ 1881641 w 1881641"/>
                  <a:gd name="connsiteY6" fmla="*/ 1167473 h 116749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881641" h="1167493">
                    <a:moveTo>
                      <a:pt x="1881641" y="1167473"/>
                    </a:moveTo>
                    <a:lnTo>
                      <a:pt x="1881641" y="1167493"/>
                    </a:lnTo>
                    <a:lnTo>
                      <a:pt x="1167493" y="1167493"/>
                    </a:lnTo>
                    <a:cubicBezTo>
                      <a:pt x="522704" y="1167493"/>
                      <a:pt x="0" y="644789"/>
                      <a:pt x="0" y="0"/>
                    </a:cubicBezTo>
                    <a:lnTo>
                      <a:pt x="714149" y="0"/>
                    </a:lnTo>
                    <a:cubicBezTo>
                      <a:pt x="1318639" y="0"/>
                      <a:pt x="1815827" y="459408"/>
                      <a:pt x="1875614" y="1048124"/>
                    </a:cubicBezTo>
                    <a:lnTo>
                      <a:pt x="1881641" y="1167473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>
                <a:defPPr>
                  <a:defRPr lang="fr-FR"/>
                </a:defPPr>
              </a:lstStyle>
              <a:p>
                <a:pPr algn="ctr" rtl="0"/>
                <a:endParaRPr lang="fr-FR" dirty="0">
                  <a:latin typeface="+mn-lt"/>
                </a:endParaRPr>
              </a:p>
            </p:txBody>
          </p:sp>
          <p:sp>
            <p:nvSpPr>
              <p:cNvPr id="8" name="Forme libre 7">
                <a:extLst>
                  <a:ext uri="{FF2B5EF4-FFF2-40B4-BE49-F238E27FC236}">
                    <a16:creationId xmlns:a16="http://schemas.microsoft.com/office/drawing/2014/main" id="{E4F760E5-9D5D-E44F-AEBF-20CA8DE87D11}"/>
                  </a:ext>
                </a:extLst>
              </p:cNvPr>
              <p:cNvSpPr/>
              <p:nvPr userDrawn="1"/>
            </p:nvSpPr>
            <p:spPr>
              <a:xfrm rot="16200000" flipV="1">
                <a:off x="7056329" y="5333433"/>
                <a:ext cx="1881641" cy="1167493"/>
              </a:xfrm>
              <a:custGeom>
                <a:avLst/>
                <a:gdLst>
                  <a:gd name="connsiteX0" fmla="*/ 1881641 w 1881641"/>
                  <a:gd name="connsiteY0" fmla="*/ 1167473 h 1167493"/>
                  <a:gd name="connsiteX1" fmla="*/ 1881641 w 1881641"/>
                  <a:gd name="connsiteY1" fmla="*/ 1167493 h 1167493"/>
                  <a:gd name="connsiteX2" fmla="*/ 1167493 w 1881641"/>
                  <a:gd name="connsiteY2" fmla="*/ 1167493 h 1167493"/>
                  <a:gd name="connsiteX3" fmla="*/ 0 w 1881641"/>
                  <a:gd name="connsiteY3" fmla="*/ 0 h 1167493"/>
                  <a:gd name="connsiteX4" fmla="*/ 714149 w 1881641"/>
                  <a:gd name="connsiteY4" fmla="*/ 0 h 1167493"/>
                  <a:gd name="connsiteX5" fmla="*/ 1875614 w 1881641"/>
                  <a:gd name="connsiteY5" fmla="*/ 1048124 h 1167493"/>
                  <a:gd name="connsiteX6" fmla="*/ 1881641 w 1881641"/>
                  <a:gd name="connsiteY6" fmla="*/ 1167473 h 116749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881641" h="1167493">
                    <a:moveTo>
                      <a:pt x="1881641" y="1167473"/>
                    </a:moveTo>
                    <a:lnTo>
                      <a:pt x="1881641" y="1167493"/>
                    </a:lnTo>
                    <a:lnTo>
                      <a:pt x="1167493" y="1167493"/>
                    </a:lnTo>
                    <a:cubicBezTo>
                      <a:pt x="522704" y="1167493"/>
                      <a:pt x="0" y="644789"/>
                      <a:pt x="0" y="0"/>
                    </a:cubicBezTo>
                    <a:lnTo>
                      <a:pt x="714149" y="0"/>
                    </a:lnTo>
                    <a:cubicBezTo>
                      <a:pt x="1318639" y="0"/>
                      <a:pt x="1815827" y="459408"/>
                      <a:pt x="1875614" y="1048124"/>
                    </a:cubicBezTo>
                    <a:lnTo>
                      <a:pt x="1881641" y="1167473"/>
                    </a:lnTo>
                    <a:close/>
                  </a:path>
                </a:pathLst>
              </a:custGeom>
              <a:solidFill>
                <a:schemeClr val="tx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>
                <a:defPPr>
                  <a:defRPr lang="fr-FR"/>
                </a:defPPr>
              </a:lstStyle>
              <a:p>
                <a:pPr algn="ctr" rtl="0"/>
                <a:endParaRPr lang="fr-FR" dirty="0">
                  <a:latin typeface="+mn-lt"/>
                </a:endParaRPr>
              </a:p>
            </p:txBody>
          </p:sp>
        </p:grpSp>
      </p:grpSp>
      <p:sp>
        <p:nvSpPr>
          <p:cNvPr id="2" name="Titre 1">
            <a:extLst>
              <a:ext uri="{FF2B5EF4-FFF2-40B4-BE49-F238E27FC236}">
                <a16:creationId xmlns:a16="http://schemas.microsoft.com/office/drawing/2014/main" id="{3CD97974-B93C-4C96-B3F6-F69E3D6DE6C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158864" y="102021"/>
            <a:ext cx="9779183" cy="1744415"/>
          </a:xfrm>
        </p:spPr>
        <p:txBody>
          <a:bodyPr rtlCol="0" anchor="b">
            <a:noAutofit/>
          </a:bodyPr>
          <a:lstStyle>
            <a:lvl1pPr>
              <a:defRPr lang="fr-FR" sz="4200" b="1">
                <a:latin typeface="+mj-lt"/>
              </a:defRPr>
            </a:lvl1pPr>
          </a:lstStyle>
          <a:p>
            <a:pPr rtl="0"/>
            <a:r>
              <a:rPr lang="fr-FR"/>
              <a:t>Cliquez pour ajouter un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8A6FC6F2-80B4-49A7-9448-33FE2DF0E967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1158865" y="2017467"/>
            <a:ext cx="9779182" cy="3366815"/>
          </a:xfrm>
        </p:spPr>
        <p:txBody>
          <a:bodyPr rtlCol="0">
            <a:normAutofit/>
          </a:bodyPr>
          <a:lstStyle>
            <a:lvl1pPr marL="0" indent="0">
              <a:buNone/>
              <a:defRPr lang="fr-FR">
                <a:latin typeface="+mn-lt"/>
              </a:defRPr>
            </a:lvl1pPr>
            <a:lvl2pPr marL="457200" indent="0">
              <a:buNone/>
              <a:defRPr lang="fr-FR">
                <a:latin typeface="+mn-lt"/>
              </a:defRPr>
            </a:lvl2pPr>
            <a:lvl3pPr marL="914400" indent="0">
              <a:buNone/>
              <a:defRPr lang="fr-FR">
                <a:latin typeface="+mn-lt"/>
              </a:defRPr>
            </a:lvl3pPr>
            <a:lvl4pPr marL="1371600" indent="0">
              <a:buNone/>
              <a:defRPr lang="fr-FR">
                <a:latin typeface="+mn-lt"/>
              </a:defRPr>
            </a:lvl4pPr>
            <a:lvl5pPr marL="1828800" indent="0">
              <a:buNone/>
              <a:defRPr lang="fr-FR">
                <a:latin typeface="+mn-lt"/>
              </a:defRPr>
            </a:lvl5pPr>
          </a:lstStyle>
          <a:p>
            <a:pPr lvl="0" rtl="0"/>
            <a:r>
              <a:rPr lang="fr-FR"/>
              <a:t>Cliquer pour ajouter du texte</a:t>
            </a:r>
          </a:p>
          <a:p>
            <a:pPr lvl="1" rtl="0"/>
            <a:r>
              <a:rPr lang="fr-FR"/>
              <a:t>Deuxième niveau</a:t>
            </a:r>
          </a:p>
          <a:p>
            <a:pPr lvl="2" rtl="0"/>
            <a:r>
              <a:rPr lang="fr-FR"/>
              <a:t>Troisième niveau</a:t>
            </a:r>
          </a:p>
          <a:p>
            <a:pPr lvl="3" rtl="0"/>
            <a:r>
              <a:rPr lang="fr-FR"/>
              <a:t>Quatrième niveau</a:t>
            </a:r>
          </a:p>
          <a:p>
            <a:pPr lvl="4" rtl="0"/>
            <a:r>
              <a:rPr lang="fr-FR"/>
              <a:t>Cinquième niveau</a:t>
            </a:r>
          </a:p>
        </p:txBody>
      </p:sp>
      <p:sp>
        <p:nvSpPr>
          <p:cNvPr id="10" name="Espace réservé de la date 3">
            <a:extLst>
              <a:ext uri="{FF2B5EF4-FFF2-40B4-BE49-F238E27FC236}">
                <a16:creationId xmlns:a16="http://schemas.microsoft.com/office/drawing/2014/main" id="{7536C149-3EFE-A94E-902D-57CED00B2C0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810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>
              <a:defRPr lang="fr-FR" sz="1200">
                <a:solidFill>
                  <a:schemeClr val="accent3"/>
                </a:solidFill>
                <a:latin typeface="+mn-lt"/>
              </a:defRPr>
            </a:lvl1pPr>
          </a:lstStyle>
          <a:p>
            <a:pPr rtl="0"/>
            <a:r>
              <a:rPr lang="fr-FR" dirty="0"/>
              <a:t>08/09/20XX</a:t>
            </a:r>
          </a:p>
        </p:txBody>
      </p:sp>
      <p:sp>
        <p:nvSpPr>
          <p:cNvPr id="11" name="Espace réservé du pied de page 4">
            <a:extLst>
              <a:ext uri="{FF2B5EF4-FFF2-40B4-BE49-F238E27FC236}">
                <a16:creationId xmlns:a16="http://schemas.microsoft.com/office/drawing/2014/main" id="{53CA1E78-F17D-F34D-9F81-0DBF44F3789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>
              <a:defRPr lang="fr-FR" sz="1200">
                <a:solidFill>
                  <a:schemeClr val="accent3"/>
                </a:solidFill>
                <a:latin typeface="+mn-lt"/>
              </a:defRPr>
            </a:lvl1pPr>
          </a:lstStyle>
          <a:p>
            <a:pPr rtl="0"/>
            <a:endParaRPr lang="fr-FR" dirty="0"/>
          </a:p>
        </p:txBody>
      </p:sp>
      <p:sp>
        <p:nvSpPr>
          <p:cNvPr id="12" name="Espace réservé du numéro de diapositive 5">
            <a:extLst>
              <a:ext uri="{FF2B5EF4-FFF2-40B4-BE49-F238E27FC236}">
                <a16:creationId xmlns:a16="http://schemas.microsoft.com/office/drawing/2014/main" id="{1FE54918-A625-F64F-A42E-A427E9B2D48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153276" y="6356350"/>
            <a:ext cx="1657723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r">
              <a:defRPr lang="fr-FR" sz="1200">
                <a:solidFill>
                  <a:schemeClr val="accent2"/>
                </a:solidFill>
                <a:latin typeface="+mn-lt"/>
              </a:defRPr>
            </a:lvl1pPr>
          </a:lstStyle>
          <a:p>
            <a:pPr rtl="0"/>
            <a:fld id="{294A09A9-5501-47C1-A89A-A340965A2BE2}" type="slidenum">
              <a:rPr lang="fr-FR" smtClean="0"/>
              <a:pPr/>
              <a:t>‹N°›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278227127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re et image droi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" name="Groupe 12">
            <a:extLst>
              <a:ext uri="{FF2B5EF4-FFF2-40B4-BE49-F238E27FC236}">
                <a16:creationId xmlns:a16="http://schemas.microsoft.com/office/drawing/2014/main" id="{AC10D125-AB73-D276-4947-94204736A30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 flipH="1">
            <a:off x="1" y="0"/>
            <a:ext cx="12191999" cy="6858000"/>
            <a:chOff x="1" y="0"/>
            <a:chExt cx="12191999" cy="6858000"/>
          </a:xfrm>
        </p:grpSpPr>
        <p:sp>
          <p:nvSpPr>
            <p:cNvPr id="4" name="Forme libre 3">
              <a:extLst>
                <a:ext uri="{FF2B5EF4-FFF2-40B4-BE49-F238E27FC236}">
                  <a16:creationId xmlns:a16="http://schemas.microsoft.com/office/drawing/2014/main" id="{6A7F6A3F-E1DD-A246-9A6D-5F9B18BA258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 flipH="1">
              <a:off x="8580896" y="1"/>
              <a:ext cx="3611104" cy="3611104"/>
            </a:xfrm>
            <a:custGeom>
              <a:avLst/>
              <a:gdLst>
                <a:gd name="connsiteX0" fmla="*/ 0 w 1167493"/>
                <a:gd name="connsiteY0" fmla="*/ 0 h 1167493"/>
                <a:gd name="connsiteX1" fmla="*/ 1167493 w 1167493"/>
                <a:gd name="connsiteY1" fmla="*/ 0 h 1167493"/>
                <a:gd name="connsiteX2" fmla="*/ 0 w 1167493"/>
                <a:gd name="connsiteY2" fmla="*/ 1167493 h 1167493"/>
                <a:gd name="connsiteX3" fmla="*/ 0 w 1167493"/>
                <a:gd name="connsiteY3" fmla="*/ 0 h 11674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67493" h="1167493">
                  <a:moveTo>
                    <a:pt x="0" y="0"/>
                  </a:moveTo>
                  <a:lnTo>
                    <a:pt x="1167493" y="0"/>
                  </a:lnTo>
                  <a:cubicBezTo>
                    <a:pt x="522704" y="0"/>
                    <a:pt x="0" y="522704"/>
                    <a:pt x="0" y="1167493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>
              <a:defPPr>
                <a:defRPr lang="fr-FR"/>
              </a:defPPr>
            </a:lstStyle>
            <a:p>
              <a:pPr algn="ctr" rtl="0"/>
              <a:endParaRPr lang="fr-FR" dirty="0"/>
            </a:p>
          </p:txBody>
        </p:sp>
        <p:sp>
          <p:nvSpPr>
            <p:cNvPr id="5" name="Forme libre 4">
              <a:extLst>
                <a:ext uri="{FF2B5EF4-FFF2-40B4-BE49-F238E27FC236}">
                  <a16:creationId xmlns:a16="http://schemas.microsoft.com/office/drawing/2014/main" id="{055FD0FC-C8FF-6741-A364-A29CDC6F949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 flipH="1">
              <a:off x="8580896" y="3246896"/>
              <a:ext cx="3611104" cy="3611104"/>
            </a:xfrm>
            <a:custGeom>
              <a:avLst/>
              <a:gdLst>
                <a:gd name="connsiteX0" fmla="*/ 0 w 1167493"/>
                <a:gd name="connsiteY0" fmla="*/ 0 h 1167493"/>
                <a:gd name="connsiteX1" fmla="*/ 1167493 w 1167493"/>
                <a:gd name="connsiteY1" fmla="*/ 1167493 h 1167493"/>
                <a:gd name="connsiteX2" fmla="*/ 0 w 1167493"/>
                <a:gd name="connsiteY2" fmla="*/ 1167493 h 1167493"/>
                <a:gd name="connsiteX3" fmla="*/ 0 w 1167493"/>
                <a:gd name="connsiteY3" fmla="*/ 0 h 11674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67493" h="1167493">
                  <a:moveTo>
                    <a:pt x="0" y="0"/>
                  </a:moveTo>
                  <a:cubicBezTo>
                    <a:pt x="0" y="644789"/>
                    <a:pt x="522704" y="1167493"/>
                    <a:pt x="1167493" y="1167493"/>
                  </a:cubicBezTo>
                  <a:lnTo>
                    <a:pt x="0" y="116749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>
              <a:defPPr>
                <a:defRPr lang="fr-FR"/>
              </a:defPPr>
            </a:lstStyle>
            <a:p>
              <a:pPr algn="ctr" rtl="0"/>
              <a:endParaRPr lang="fr-FR" dirty="0">
                <a:latin typeface="+mn-lt"/>
              </a:endParaRPr>
            </a:p>
          </p:txBody>
        </p:sp>
        <p:sp>
          <p:nvSpPr>
            <p:cNvPr id="6" name="Forme libre 5">
              <a:extLst>
                <a:ext uri="{FF2B5EF4-FFF2-40B4-BE49-F238E27FC236}">
                  <a16:creationId xmlns:a16="http://schemas.microsoft.com/office/drawing/2014/main" id="{D11C9832-A021-954E-A34F-2988D1189AE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>
              <a:off x="1" y="0"/>
              <a:ext cx="933856" cy="933856"/>
            </a:xfrm>
            <a:custGeom>
              <a:avLst/>
              <a:gdLst>
                <a:gd name="connsiteX0" fmla="*/ 0 w 862693"/>
                <a:gd name="connsiteY0" fmla="*/ 0 h 862693"/>
                <a:gd name="connsiteX1" fmla="*/ 862693 w 862693"/>
                <a:gd name="connsiteY1" fmla="*/ 0 h 862693"/>
                <a:gd name="connsiteX2" fmla="*/ 0 w 862693"/>
                <a:gd name="connsiteY2" fmla="*/ 862693 h 862693"/>
                <a:gd name="connsiteX3" fmla="*/ 0 w 862693"/>
                <a:gd name="connsiteY3" fmla="*/ 0 h 8626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862693" h="862693">
                  <a:moveTo>
                    <a:pt x="0" y="0"/>
                  </a:moveTo>
                  <a:lnTo>
                    <a:pt x="862693" y="0"/>
                  </a:lnTo>
                  <a:cubicBezTo>
                    <a:pt x="862693" y="476453"/>
                    <a:pt x="476452" y="862693"/>
                    <a:pt x="0" y="862693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>
              <a:defPPr>
                <a:defRPr lang="fr-FR"/>
              </a:defPPr>
            </a:lstStyle>
            <a:p>
              <a:pPr algn="ctr" rtl="0"/>
              <a:endParaRPr lang="fr-FR" dirty="0"/>
            </a:p>
          </p:txBody>
        </p:sp>
        <p:grpSp>
          <p:nvGrpSpPr>
            <p:cNvPr id="9" name="Groupe 8">
              <a:extLst>
                <a:ext uri="{FF2B5EF4-FFF2-40B4-BE49-F238E27FC236}">
                  <a16:creationId xmlns:a16="http://schemas.microsoft.com/office/drawing/2014/main" id="{9861BC34-DFBF-2D4F-B463-FCFBC08391F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GrpSpPr/>
            <p:nvPr userDrawn="1"/>
          </p:nvGrpSpPr>
          <p:grpSpPr>
            <a:xfrm>
              <a:off x="8082092" y="5590903"/>
              <a:ext cx="1572380" cy="1267097"/>
              <a:chOff x="7413403" y="4976359"/>
              <a:chExt cx="2334986" cy="1881641"/>
            </a:xfrm>
          </p:grpSpPr>
          <p:sp>
            <p:nvSpPr>
              <p:cNvPr id="7" name="Forme libre 6">
                <a:extLst>
                  <a:ext uri="{FF2B5EF4-FFF2-40B4-BE49-F238E27FC236}">
                    <a16:creationId xmlns:a16="http://schemas.microsoft.com/office/drawing/2014/main" id="{55C37C19-F268-4A43-A0D4-3B1B38D48952}"/>
                  </a:ext>
                </a:extLst>
              </p:cNvPr>
              <p:cNvSpPr/>
              <p:nvPr userDrawn="1"/>
            </p:nvSpPr>
            <p:spPr>
              <a:xfrm rot="5400000" flipH="1" flipV="1">
                <a:off x="8223822" y="5333433"/>
                <a:ext cx="1881641" cy="1167493"/>
              </a:xfrm>
              <a:custGeom>
                <a:avLst/>
                <a:gdLst>
                  <a:gd name="connsiteX0" fmla="*/ 1881641 w 1881641"/>
                  <a:gd name="connsiteY0" fmla="*/ 1167473 h 1167493"/>
                  <a:gd name="connsiteX1" fmla="*/ 1881641 w 1881641"/>
                  <a:gd name="connsiteY1" fmla="*/ 1167493 h 1167493"/>
                  <a:gd name="connsiteX2" fmla="*/ 1167493 w 1881641"/>
                  <a:gd name="connsiteY2" fmla="*/ 1167493 h 1167493"/>
                  <a:gd name="connsiteX3" fmla="*/ 0 w 1881641"/>
                  <a:gd name="connsiteY3" fmla="*/ 0 h 1167493"/>
                  <a:gd name="connsiteX4" fmla="*/ 714149 w 1881641"/>
                  <a:gd name="connsiteY4" fmla="*/ 0 h 1167493"/>
                  <a:gd name="connsiteX5" fmla="*/ 1875614 w 1881641"/>
                  <a:gd name="connsiteY5" fmla="*/ 1048124 h 1167493"/>
                  <a:gd name="connsiteX6" fmla="*/ 1881641 w 1881641"/>
                  <a:gd name="connsiteY6" fmla="*/ 1167473 h 116749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881641" h="1167493">
                    <a:moveTo>
                      <a:pt x="1881641" y="1167473"/>
                    </a:moveTo>
                    <a:lnTo>
                      <a:pt x="1881641" y="1167493"/>
                    </a:lnTo>
                    <a:lnTo>
                      <a:pt x="1167493" y="1167493"/>
                    </a:lnTo>
                    <a:cubicBezTo>
                      <a:pt x="522704" y="1167493"/>
                      <a:pt x="0" y="644789"/>
                      <a:pt x="0" y="0"/>
                    </a:cubicBezTo>
                    <a:lnTo>
                      <a:pt x="714149" y="0"/>
                    </a:lnTo>
                    <a:cubicBezTo>
                      <a:pt x="1318639" y="0"/>
                      <a:pt x="1815827" y="459408"/>
                      <a:pt x="1875614" y="1048124"/>
                    </a:cubicBezTo>
                    <a:lnTo>
                      <a:pt x="1881641" y="1167473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>
                <a:defPPr>
                  <a:defRPr lang="fr-FR"/>
                </a:defPPr>
              </a:lstStyle>
              <a:p>
                <a:pPr algn="ctr" rtl="0"/>
                <a:endParaRPr lang="fr-FR" dirty="0">
                  <a:latin typeface="+mn-lt"/>
                </a:endParaRPr>
              </a:p>
            </p:txBody>
          </p:sp>
          <p:sp>
            <p:nvSpPr>
              <p:cNvPr id="8" name="Forme libre 7">
                <a:extLst>
                  <a:ext uri="{FF2B5EF4-FFF2-40B4-BE49-F238E27FC236}">
                    <a16:creationId xmlns:a16="http://schemas.microsoft.com/office/drawing/2014/main" id="{E4F760E5-9D5D-E44F-AEBF-20CA8DE87D11}"/>
                  </a:ext>
                </a:extLst>
              </p:cNvPr>
              <p:cNvSpPr/>
              <p:nvPr userDrawn="1"/>
            </p:nvSpPr>
            <p:spPr>
              <a:xfrm rot="16200000" flipV="1">
                <a:off x="7056329" y="5333433"/>
                <a:ext cx="1881641" cy="1167493"/>
              </a:xfrm>
              <a:custGeom>
                <a:avLst/>
                <a:gdLst>
                  <a:gd name="connsiteX0" fmla="*/ 1881641 w 1881641"/>
                  <a:gd name="connsiteY0" fmla="*/ 1167473 h 1167493"/>
                  <a:gd name="connsiteX1" fmla="*/ 1881641 w 1881641"/>
                  <a:gd name="connsiteY1" fmla="*/ 1167493 h 1167493"/>
                  <a:gd name="connsiteX2" fmla="*/ 1167493 w 1881641"/>
                  <a:gd name="connsiteY2" fmla="*/ 1167493 h 1167493"/>
                  <a:gd name="connsiteX3" fmla="*/ 0 w 1881641"/>
                  <a:gd name="connsiteY3" fmla="*/ 0 h 1167493"/>
                  <a:gd name="connsiteX4" fmla="*/ 714149 w 1881641"/>
                  <a:gd name="connsiteY4" fmla="*/ 0 h 1167493"/>
                  <a:gd name="connsiteX5" fmla="*/ 1875614 w 1881641"/>
                  <a:gd name="connsiteY5" fmla="*/ 1048124 h 1167493"/>
                  <a:gd name="connsiteX6" fmla="*/ 1881641 w 1881641"/>
                  <a:gd name="connsiteY6" fmla="*/ 1167473 h 116749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881641" h="1167493">
                    <a:moveTo>
                      <a:pt x="1881641" y="1167473"/>
                    </a:moveTo>
                    <a:lnTo>
                      <a:pt x="1881641" y="1167493"/>
                    </a:lnTo>
                    <a:lnTo>
                      <a:pt x="1167493" y="1167493"/>
                    </a:lnTo>
                    <a:cubicBezTo>
                      <a:pt x="522704" y="1167493"/>
                      <a:pt x="0" y="644789"/>
                      <a:pt x="0" y="0"/>
                    </a:cubicBezTo>
                    <a:lnTo>
                      <a:pt x="714149" y="0"/>
                    </a:lnTo>
                    <a:cubicBezTo>
                      <a:pt x="1318639" y="0"/>
                      <a:pt x="1815827" y="459408"/>
                      <a:pt x="1875614" y="1048124"/>
                    </a:cubicBezTo>
                    <a:lnTo>
                      <a:pt x="1881641" y="1167473"/>
                    </a:lnTo>
                    <a:close/>
                  </a:path>
                </a:pathLst>
              </a:custGeom>
              <a:solidFill>
                <a:schemeClr val="tx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>
                <a:defPPr>
                  <a:defRPr lang="fr-FR"/>
                </a:defPPr>
              </a:lstStyle>
              <a:p>
                <a:pPr algn="ctr" rtl="0"/>
                <a:endParaRPr lang="fr-FR" dirty="0">
                  <a:latin typeface="+mn-lt"/>
                </a:endParaRPr>
              </a:p>
            </p:txBody>
          </p:sp>
        </p:grpSp>
      </p:grpSp>
      <p:sp>
        <p:nvSpPr>
          <p:cNvPr id="2" name="Titre 1">
            <a:extLst>
              <a:ext uri="{FF2B5EF4-FFF2-40B4-BE49-F238E27FC236}">
                <a16:creationId xmlns:a16="http://schemas.microsoft.com/office/drawing/2014/main" id="{3CD97974-B93C-4C96-B3F6-F69E3D6DE6C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167492" y="1371600"/>
            <a:ext cx="5486400" cy="4114800"/>
          </a:xfrm>
        </p:spPr>
        <p:txBody>
          <a:bodyPr rtlCol="0" anchor="ctr" anchorCtr="0">
            <a:noAutofit/>
          </a:bodyPr>
          <a:lstStyle>
            <a:lvl1pPr>
              <a:defRPr lang="fr-FR" sz="6000" b="1">
                <a:latin typeface="+mj-lt"/>
              </a:defRPr>
            </a:lvl1pPr>
          </a:lstStyle>
          <a:p>
            <a:pPr rtl="0"/>
            <a:r>
              <a:rPr lang="fr-FR"/>
              <a:t>Cliquez pour ajouter un titre</a:t>
            </a:r>
          </a:p>
        </p:txBody>
      </p:sp>
      <p:sp>
        <p:nvSpPr>
          <p:cNvPr id="15" name="Espace réservé d’image 14">
            <a:extLst>
              <a:ext uri="{FF2B5EF4-FFF2-40B4-BE49-F238E27FC236}">
                <a16:creationId xmlns:a16="http://schemas.microsoft.com/office/drawing/2014/main" id="{3124234B-E1C4-2616-9993-A23142AA69B2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7183438" y="1168400"/>
            <a:ext cx="4500562" cy="4521200"/>
          </a:xfrm>
          <a:prstGeom prst="ellipse">
            <a:avLst/>
          </a:prstGeom>
          <a:solidFill>
            <a:schemeClr val="accent2"/>
          </a:solidFill>
        </p:spPr>
        <p:txBody>
          <a:bodyPr rtlCol="0"/>
          <a:lstStyle>
            <a:lvl1pPr marL="0" indent="0" algn="ctr">
              <a:buNone/>
              <a:defRPr lang="fr-FR" sz="2000"/>
            </a:lvl1pPr>
          </a:lstStyle>
          <a:p>
            <a:pPr rtl="0"/>
            <a:r>
              <a:rPr lang="fr-FR" dirty="0"/>
              <a:t>Cliquez sur l'icône pour ajouter une image</a:t>
            </a:r>
          </a:p>
        </p:txBody>
      </p:sp>
      <p:sp>
        <p:nvSpPr>
          <p:cNvPr id="10" name="Espace réservé de la date 3">
            <a:extLst>
              <a:ext uri="{FF2B5EF4-FFF2-40B4-BE49-F238E27FC236}">
                <a16:creationId xmlns:a16="http://schemas.microsoft.com/office/drawing/2014/main" id="{7536C149-3EFE-A94E-902D-57CED00B2C0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810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>
              <a:defRPr lang="fr-FR" sz="1200">
                <a:solidFill>
                  <a:schemeClr val="accent3"/>
                </a:solidFill>
                <a:latin typeface="+mn-lt"/>
              </a:defRPr>
            </a:lvl1pPr>
          </a:lstStyle>
          <a:p>
            <a:pPr rtl="0"/>
            <a:r>
              <a:rPr lang="fr-FR" dirty="0"/>
              <a:t>08/09/20XX</a:t>
            </a:r>
          </a:p>
        </p:txBody>
      </p:sp>
      <p:sp>
        <p:nvSpPr>
          <p:cNvPr id="11" name="Espace réservé du pied de page 4">
            <a:extLst>
              <a:ext uri="{FF2B5EF4-FFF2-40B4-BE49-F238E27FC236}">
                <a16:creationId xmlns:a16="http://schemas.microsoft.com/office/drawing/2014/main" id="{53CA1E78-F17D-F34D-9F81-0DBF44F3789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>
              <a:defRPr lang="fr-FR" sz="1200">
                <a:solidFill>
                  <a:schemeClr val="accent3"/>
                </a:solidFill>
                <a:latin typeface="+mn-lt"/>
              </a:defRPr>
            </a:lvl1pPr>
          </a:lstStyle>
          <a:p>
            <a:pPr rtl="0"/>
            <a:endParaRPr lang="fr-FR" dirty="0"/>
          </a:p>
        </p:txBody>
      </p:sp>
      <p:sp>
        <p:nvSpPr>
          <p:cNvPr id="12" name="Espace réservé du numéro de diapositive 5">
            <a:extLst>
              <a:ext uri="{FF2B5EF4-FFF2-40B4-BE49-F238E27FC236}">
                <a16:creationId xmlns:a16="http://schemas.microsoft.com/office/drawing/2014/main" id="{1FE54918-A625-F64F-A42E-A427E9B2D48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153276" y="6356350"/>
            <a:ext cx="1657723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r">
              <a:defRPr lang="fr-FR" sz="1200">
                <a:solidFill>
                  <a:schemeClr val="accent2"/>
                </a:solidFill>
                <a:latin typeface="+mn-lt"/>
              </a:defRPr>
            </a:lvl1pPr>
          </a:lstStyle>
          <a:p>
            <a:pPr rtl="0"/>
            <a:fld id="{294A09A9-5501-47C1-A89A-A340965A2BE2}" type="slidenum">
              <a:rPr lang="fr-FR" smtClean="0"/>
              <a:pPr/>
              <a:t>‹N°›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249126679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re et contenu 2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e 1">
            <a:extLst>
              <a:ext uri="{FF2B5EF4-FFF2-40B4-BE49-F238E27FC236}">
                <a16:creationId xmlns:a16="http://schemas.microsoft.com/office/drawing/2014/main" id="{CCEDB282-8288-C81F-52B5-048A3E80C93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0" y="-1"/>
            <a:ext cx="12208822" cy="6858003"/>
            <a:chOff x="0" y="-1"/>
            <a:chExt cx="12208822" cy="6858003"/>
          </a:xfrm>
        </p:grpSpPr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2A62587F-7496-384A-AF40-18FC8CF0709D}"/>
                </a:ext>
              </a:extLst>
            </p:cNvPr>
            <p:cNvSpPr/>
            <p:nvPr userDrawn="1"/>
          </p:nvSpPr>
          <p:spPr>
            <a:xfrm>
              <a:off x="0" y="2286002"/>
              <a:ext cx="12208822" cy="4572000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fr-FR"/>
              </a:defPPr>
            </a:lstStyle>
            <a:p>
              <a:pPr algn="ctr" rtl="0"/>
              <a:endParaRPr lang="fr-FR" dirty="0"/>
            </a:p>
          </p:txBody>
        </p:sp>
        <p:sp>
          <p:nvSpPr>
            <p:cNvPr id="12" name="Forme libre 11">
              <a:extLst>
                <a:ext uri="{FF2B5EF4-FFF2-40B4-BE49-F238E27FC236}">
                  <a16:creationId xmlns:a16="http://schemas.microsoft.com/office/drawing/2014/main" id="{84DB028B-A475-224B-B675-A15A56CAD0BF}"/>
                </a:ext>
              </a:extLst>
            </p:cNvPr>
            <p:cNvSpPr/>
            <p:nvPr userDrawn="1"/>
          </p:nvSpPr>
          <p:spPr>
            <a:xfrm flipH="1">
              <a:off x="8597718" y="3246896"/>
              <a:ext cx="3611104" cy="3611104"/>
            </a:xfrm>
            <a:custGeom>
              <a:avLst/>
              <a:gdLst>
                <a:gd name="connsiteX0" fmla="*/ 0 w 1167493"/>
                <a:gd name="connsiteY0" fmla="*/ 0 h 1167493"/>
                <a:gd name="connsiteX1" fmla="*/ 1167493 w 1167493"/>
                <a:gd name="connsiteY1" fmla="*/ 1167493 h 1167493"/>
                <a:gd name="connsiteX2" fmla="*/ 0 w 1167493"/>
                <a:gd name="connsiteY2" fmla="*/ 1167493 h 1167493"/>
                <a:gd name="connsiteX3" fmla="*/ 0 w 1167493"/>
                <a:gd name="connsiteY3" fmla="*/ 0 h 11674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67493" h="1167493">
                  <a:moveTo>
                    <a:pt x="0" y="0"/>
                  </a:moveTo>
                  <a:cubicBezTo>
                    <a:pt x="0" y="644789"/>
                    <a:pt x="522704" y="1167493"/>
                    <a:pt x="1167493" y="1167493"/>
                  </a:cubicBezTo>
                  <a:lnTo>
                    <a:pt x="0" y="116749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>
              <a:defPPr>
                <a:defRPr lang="fr-FR"/>
              </a:defPPr>
            </a:lstStyle>
            <a:p>
              <a:pPr algn="ctr" rtl="0"/>
              <a:endParaRPr lang="fr-FR" dirty="0"/>
            </a:p>
          </p:txBody>
        </p:sp>
        <p:sp>
          <p:nvSpPr>
            <p:cNvPr id="14" name="Forme libre 13">
              <a:extLst>
                <a:ext uri="{FF2B5EF4-FFF2-40B4-BE49-F238E27FC236}">
                  <a16:creationId xmlns:a16="http://schemas.microsoft.com/office/drawing/2014/main" id="{61C34955-105B-4D4D-B51D-754C5D38A85D}"/>
                </a:ext>
              </a:extLst>
            </p:cNvPr>
            <p:cNvSpPr/>
            <p:nvPr userDrawn="1"/>
          </p:nvSpPr>
          <p:spPr>
            <a:xfrm>
              <a:off x="1" y="0"/>
              <a:ext cx="933856" cy="933856"/>
            </a:xfrm>
            <a:custGeom>
              <a:avLst/>
              <a:gdLst>
                <a:gd name="connsiteX0" fmla="*/ 0 w 862693"/>
                <a:gd name="connsiteY0" fmla="*/ 0 h 862693"/>
                <a:gd name="connsiteX1" fmla="*/ 862693 w 862693"/>
                <a:gd name="connsiteY1" fmla="*/ 0 h 862693"/>
                <a:gd name="connsiteX2" fmla="*/ 0 w 862693"/>
                <a:gd name="connsiteY2" fmla="*/ 862693 h 862693"/>
                <a:gd name="connsiteX3" fmla="*/ 0 w 862693"/>
                <a:gd name="connsiteY3" fmla="*/ 0 h 8626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862693" h="862693">
                  <a:moveTo>
                    <a:pt x="0" y="0"/>
                  </a:moveTo>
                  <a:lnTo>
                    <a:pt x="862693" y="0"/>
                  </a:lnTo>
                  <a:cubicBezTo>
                    <a:pt x="862693" y="476453"/>
                    <a:pt x="476452" y="862693"/>
                    <a:pt x="0" y="862693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>
              <a:defPPr>
                <a:defRPr lang="fr-FR"/>
              </a:defPPr>
            </a:lstStyle>
            <a:p>
              <a:pPr algn="ctr" rtl="0"/>
              <a:endParaRPr lang="fr-FR" dirty="0"/>
            </a:p>
          </p:txBody>
        </p:sp>
        <p:sp>
          <p:nvSpPr>
            <p:cNvPr id="15" name="Forme libre 14">
              <a:extLst>
                <a:ext uri="{FF2B5EF4-FFF2-40B4-BE49-F238E27FC236}">
                  <a16:creationId xmlns:a16="http://schemas.microsoft.com/office/drawing/2014/main" id="{2734DEB1-EC02-2E42-9292-4ADD115060A5}"/>
                </a:ext>
              </a:extLst>
            </p:cNvPr>
            <p:cNvSpPr/>
            <p:nvPr userDrawn="1"/>
          </p:nvSpPr>
          <p:spPr>
            <a:xfrm rot="5400000" flipH="1" flipV="1">
              <a:off x="10344100" y="438098"/>
              <a:ext cx="2285999" cy="1409801"/>
            </a:xfrm>
            <a:custGeom>
              <a:avLst/>
              <a:gdLst>
                <a:gd name="connsiteX0" fmla="*/ 1881641 w 1881641"/>
                <a:gd name="connsiteY0" fmla="*/ 1167473 h 1167493"/>
                <a:gd name="connsiteX1" fmla="*/ 1881641 w 1881641"/>
                <a:gd name="connsiteY1" fmla="*/ 1167493 h 1167493"/>
                <a:gd name="connsiteX2" fmla="*/ 1167493 w 1881641"/>
                <a:gd name="connsiteY2" fmla="*/ 1167493 h 1167493"/>
                <a:gd name="connsiteX3" fmla="*/ 0 w 1881641"/>
                <a:gd name="connsiteY3" fmla="*/ 0 h 1167493"/>
                <a:gd name="connsiteX4" fmla="*/ 714149 w 1881641"/>
                <a:gd name="connsiteY4" fmla="*/ 0 h 1167493"/>
                <a:gd name="connsiteX5" fmla="*/ 1875614 w 1881641"/>
                <a:gd name="connsiteY5" fmla="*/ 1048124 h 1167493"/>
                <a:gd name="connsiteX6" fmla="*/ 1881641 w 1881641"/>
                <a:gd name="connsiteY6" fmla="*/ 1167473 h 11674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881641" h="1167493">
                  <a:moveTo>
                    <a:pt x="1881641" y="1167473"/>
                  </a:moveTo>
                  <a:lnTo>
                    <a:pt x="1881641" y="1167493"/>
                  </a:lnTo>
                  <a:lnTo>
                    <a:pt x="1167493" y="1167493"/>
                  </a:lnTo>
                  <a:cubicBezTo>
                    <a:pt x="522704" y="1167493"/>
                    <a:pt x="0" y="644789"/>
                    <a:pt x="0" y="0"/>
                  </a:cubicBezTo>
                  <a:lnTo>
                    <a:pt x="714149" y="0"/>
                  </a:lnTo>
                  <a:cubicBezTo>
                    <a:pt x="1318639" y="0"/>
                    <a:pt x="1815827" y="459408"/>
                    <a:pt x="1875614" y="1048124"/>
                  </a:cubicBezTo>
                  <a:lnTo>
                    <a:pt x="1881641" y="1167473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>
              <a:defPPr>
                <a:defRPr lang="fr-FR"/>
              </a:defPPr>
            </a:lstStyle>
            <a:p>
              <a:pPr algn="ctr" rtl="0"/>
              <a:endParaRPr lang="fr-FR" dirty="0"/>
            </a:p>
          </p:txBody>
        </p:sp>
      </p:grpSp>
      <p:sp>
        <p:nvSpPr>
          <p:cNvPr id="13" name="Titre 1">
            <a:extLst>
              <a:ext uri="{FF2B5EF4-FFF2-40B4-BE49-F238E27FC236}">
                <a16:creationId xmlns:a16="http://schemas.microsoft.com/office/drawing/2014/main" id="{5E932F0D-7FC3-634B-932C-3625C16C8DE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167492" y="45085"/>
            <a:ext cx="9779183" cy="1600835"/>
          </a:xfrm>
        </p:spPr>
        <p:txBody>
          <a:bodyPr rtlCol="0" anchor="b">
            <a:noAutofit/>
          </a:bodyPr>
          <a:lstStyle>
            <a:lvl1pPr>
              <a:defRPr lang="fr-FR" sz="4200" b="1">
                <a:latin typeface="+mj-lt"/>
              </a:defRPr>
            </a:lvl1pPr>
          </a:lstStyle>
          <a:p>
            <a:pPr rtl="0"/>
            <a:r>
              <a:rPr lang="fr-FR"/>
              <a:t>Cliquez pour ajouter un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CA1EED44-783E-8705-4119-D7E9F7D4F2B4}"/>
              </a:ext>
            </a:extLst>
          </p:cNvPr>
          <p:cNvSpPr>
            <a:spLocks noGrp="1"/>
          </p:cNvSpPr>
          <p:nvPr>
            <p:ph idx="14" hasCustomPrompt="1"/>
          </p:nvPr>
        </p:nvSpPr>
        <p:spPr>
          <a:xfrm>
            <a:off x="1166087" y="2652713"/>
            <a:ext cx="9780587" cy="3436936"/>
          </a:xfrm>
        </p:spPr>
        <p:txBody>
          <a:bodyPr rtlCol="0">
            <a:normAutofit/>
          </a:bodyPr>
          <a:lstStyle>
            <a:lvl1pPr marL="342900" indent="-283464">
              <a:spcBef>
                <a:spcPts val="1000"/>
              </a:spcBef>
              <a:buFont typeface="Arial" panose="020B0604020202020204" pitchFamily="34" charset="0"/>
              <a:buChar char="•"/>
              <a:defRPr lang="fr-FR" sz="2000">
                <a:solidFill>
                  <a:schemeClr val="bg1"/>
                </a:solidFill>
                <a:latin typeface="+mn-lt"/>
              </a:defRPr>
            </a:lvl1pPr>
            <a:lvl2pPr marL="566928" indent="-283464">
              <a:spcBef>
                <a:spcPts val="1000"/>
              </a:spcBef>
              <a:buFont typeface="Arial" panose="020B0604020202020204" pitchFamily="34" charset="0"/>
              <a:buChar char="•"/>
              <a:defRPr lang="fr-FR" sz="2000">
                <a:solidFill>
                  <a:schemeClr val="bg1"/>
                </a:solidFill>
                <a:latin typeface="+mn-lt"/>
              </a:defRPr>
            </a:lvl2pPr>
            <a:lvl3pPr marL="850392" indent="-283464">
              <a:spcBef>
                <a:spcPts val="1000"/>
              </a:spcBef>
              <a:buFont typeface="Arial" panose="020B0604020202020204" pitchFamily="34" charset="0"/>
              <a:buChar char="•"/>
              <a:defRPr lang="fr-FR" sz="2000">
                <a:solidFill>
                  <a:schemeClr val="bg1"/>
                </a:solidFill>
                <a:latin typeface="+mn-lt"/>
              </a:defRPr>
            </a:lvl3pPr>
            <a:lvl4pPr marL="1097280" indent="-283464">
              <a:spcBef>
                <a:spcPts val="1000"/>
              </a:spcBef>
              <a:buFont typeface="Arial" panose="020B0604020202020204" pitchFamily="34" charset="0"/>
              <a:buChar char="•"/>
              <a:defRPr lang="fr-FR" sz="2000">
                <a:solidFill>
                  <a:schemeClr val="bg1"/>
                </a:solidFill>
                <a:latin typeface="+mn-lt"/>
              </a:defRPr>
            </a:lvl4pPr>
            <a:lvl5pPr marL="1371600" indent="-283464">
              <a:spcBef>
                <a:spcPts val="1000"/>
              </a:spcBef>
              <a:buFont typeface="Arial" panose="020B0604020202020204" pitchFamily="34" charset="0"/>
              <a:buChar char="•"/>
              <a:defRPr lang="fr-FR" sz="2000">
                <a:solidFill>
                  <a:schemeClr val="bg1"/>
                </a:solidFill>
                <a:latin typeface="+mn-lt"/>
              </a:defRPr>
            </a:lvl5pPr>
          </a:lstStyle>
          <a:p>
            <a:pPr lvl="0" rtl="0"/>
            <a:r>
              <a:rPr lang="fr-FR"/>
              <a:t>Cliquer pour ajouter du texte</a:t>
            </a:r>
          </a:p>
          <a:p>
            <a:pPr lvl="1" rtl="0"/>
            <a:r>
              <a:rPr lang="fr-FR"/>
              <a:t>Deuxième niveau</a:t>
            </a:r>
          </a:p>
          <a:p>
            <a:pPr lvl="2" rtl="0"/>
            <a:r>
              <a:rPr lang="fr-FR"/>
              <a:t>Troisième niveau</a:t>
            </a:r>
          </a:p>
          <a:p>
            <a:pPr lvl="3" rtl="0"/>
            <a:r>
              <a:rPr lang="fr-FR"/>
              <a:t>Quatrième niveau</a:t>
            </a:r>
          </a:p>
          <a:p>
            <a:pPr lvl="4" rtl="0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8E95D4F5-F69B-42F6-8A9D-330F696E14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>
            <a:noAutofit/>
          </a:bodyPr>
          <a:lstStyle>
            <a:lvl1pPr>
              <a:defRPr lang="fr-FR">
                <a:solidFill>
                  <a:schemeClr val="accent2"/>
                </a:solidFill>
                <a:latin typeface="+mn-lt"/>
              </a:defRPr>
            </a:lvl1pPr>
          </a:lstStyle>
          <a:p>
            <a:pPr rtl="0"/>
            <a:r>
              <a:rPr lang="fr-FR" dirty="0"/>
              <a:t>08/09/20XX</a:t>
            </a:r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FA79A23A-2238-4904-8692-9F2DAE8B8F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>
            <a:noAutofit/>
          </a:bodyPr>
          <a:lstStyle>
            <a:lvl1pPr>
              <a:defRPr lang="fr-FR">
                <a:solidFill>
                  <a:schemeClr val="accent2"/>
                </a:solidFill>
                <a:latin typeface="+mn-lt"/>
              </a:defRPr>
            </a:lvl1pPr>
          </a:lstStyle>
          <a:p>
            <a:pPr rtl="0"/>
            <a:endParaRPr lang="fr-FR" dirty="0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DB69FC35-DDC8-45FB-8ACB-21C15F57C1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206318" y="6356350"/>
            <a:ext cx="1604682" cy="365125"/>
          </a:xfrm>
        </p:spPr>
        <p:txBody>
          <a:bodyPr rtlCol="0">
            <a:noAutofit/>
          </a:bodyPr>
          <a:lstStyle>
            <a:lvl1pPr>
              <a:defRPr lang="fr-FR">
                <a:solidFill>
                  <a:schemeClr val="accent3"/>
                </a:solidFill>
                <a:latin typeface="+mn-lt"/>
              </a:defRPr>
            </a:lvl1pPr>
          </a:lstStyle>
          <a:p>
            <a:pPr rtl="0"/>
            <a:fld id="{294A09A9-5501-47C1-A89A-A340965A2BE2}" type="slidenum">
              <a:rPr lang="fr-FR" smtClean="0"/>
              <a:pPr/>
              <a:t>‹N°›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288317691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re de la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e 3">
            <a:extLst>
              <a:ext uri="{FF2B5EF4-FFF2-40B4-BE49-F238E27FC236}">
                <a16:creationId xmlns:a16="http://schemas.microsoft.com/office/drawing/2014/main" id="{95FBCE6F-2AA9-31FE-8148-33B4807355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23" name="Forme libre 22">
              <a:extLst>
                <a:ext uri="{FF2B5EF4-FFF2-40B4-BE49-F238E27FC236}">
                  <a16:creationId xmlns:a16="http://schemas.microsoft.com/office/drawing/2014/main" id="{067EACEC-C2DD-EA42-8504-176673AD1F20}"/>
                </a:ext>
              </a:extLst>
            </p:cNvPr>
            <p:cNvSpPr/>
            <p:nvPr userDrawn="1"/>
          </p:nvSpPr>
          <p:spPr>
            <a:xfrm>
              <a:off x="0" y="0"/>
              <a:ext cx="8025490" cy="6858000"/>
            </a:xfrm>
            <a:custGeom>
              <a:avLst/>
              <a:gdLst>
                <a:gd name="connsiteX0" fmla="*/ 0 w 8025490"/>
                <a:gd name="connsiteY0" fmla="*/ 0 h 6858000"/>
                <a:gd name="connsiteX1" fmla="*/ 4596490 w 8025490"/>
                <a:gd name="connsiteY1" fmla="*/ 0 h 6858000"/>
                <a:gd name="connsiteX2" fmla="*/ 8025490 w 8025490"/>
                <a:gd name="connsiteY2" fmla="*/ 3429000 h 6858000"/>
                <a:gd name="connsiteX3" fmla="*/ 4596490 w 8025490"/>
                <a:gd name="connsiteY3" fmla="*/ 6858000 h 6858000"/>
                <a:gd name="connsiteX4" fmla="*/ 0 w 8025490"/>
                <a:gd name="connsiteY4" fmla="*/ 685800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025490" h="6858000">
                  <a:moveTo>
                    <a:pt x="0" y="0"/>
                  </a:moveTo>
                  <a:lnTo>
                    <a:pt x="4596490" y="0"/>
                  </a:lnTo>
                  <a:cubicBezTo>
                    <a:pt x="6490274" y="0"/>
                    <a:pt x="8025490" y="1535216"/>
                    <a:pt x="8025490" y="3429000"/>
                  </a:cubicBezTo>
                  <a:cubicBezTo>
                    <a:pt x="8025490" y="5322784"/>
                    <a:pt x="6490274" y="6858000"/>
                    <a:pt x="4596490" y="6858000"/>
                  </a:cubicBezTo>
                  <a:lnTo>
                    <a:pt x="0" y="6858000"/>
                  </a:lnTo>
                  <a:close/>
                </a:path>
              </a:pathLst>
            </a:cu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>
              <a:defPPr>
                <a:defRPr lang="fr-FR"/>
              </a:defPPr>
            </a:lstStyle>
            <a:p>
              <a:pPr algn="ctr" rtl="0"/>
              <a:endParaRPr lang="fr-FR" dirty="0"/>
            </a:p>
          </p:txBody>
        </p:sp>
        <p:grpSp>
          <p:nvGrpSpPr>
            <p:cNvPr id="6" name="Groupe 5">
              <a:extLst>
                <a:ext uri="{FF2B5EF4-FFF2-40B4-BE49-F238E27FC236}">
                  <a16:creationId xmlns:a16="http://schemas.microsoft.com/office/drawing/2014/main" id="{89843C7E-5704-7A46-8974-F3BFA42E7310}"/>
                </a:ext>
              </a:extLst>
            </p:cNvPr>
            <p:cNvGrpSpPr/>
            <p:nvPr userDrawn="1"/>
          </p:nvGrpSpPr>
          <p:grpSpPr>
            <a:xfrm rot="16200000">
              <a:off x="8286528" y="2207195"/>
              <a:ext cx="3032351" cy="2443610"/>
              <a:chOff x="9857014" y="13834"/>
              <a:chExt cx="2334986" cy="1881641"/>
            </a:xfrm>
          </p:grpSpPr>
          <p:sp>
            <p:nvSpPr>
              <p:cNvPr id="15" name="Forme libre 14">
                <a:extLst>
                  <a:ext uri="{FF2B5EF4-FFF2-40B4-BE49-F238E27FC236}">
                    <a16:creationId xmlns:a16="http://schemas.microsoft.com/office/drawing/2014/main" id="{EFBF1E52-11FA-DC48-B7AD-75734232FFE8}"/>
                  </a:ext>
                </a:extLst>
              </p:cNvPr>
              <p:cNvSpPr/>
              <p:nvPr userDrawn="1"/>
            </p:nvSpPr>
            <p:spPr>
              <a:xfrm rot="5400000" flipH="1" flipV="1">
                <a:off x="10667433" y="370908"/>
                <a:ext cx="1881641" cy="1167493"/>
              </a:xfrm>
              <a:custGeom>
                <a:avLst/>
                <a:gdLst>
                  <a:gd name="connsiteX0" fmla="*/ 1881641 w 1881641"/>
                  <a:gd name="connsiteY0" fmla="*/ 1167473 h 1167493"/>
                  <a:gd name="connsiteX1" fmla="*/ 1881641 w 1881641"/>
                  <a:gd name="connsiteY1" fmla="*/ 1167493 h 1167493"/>
                  <a:gd name="connsiteX2" fmla="*/ 1167493 w 1881641"/>
                  <a:gd name="connsiteY2" fmla="*/ 1167493 h 1167493"/>
                  <a:gd name="connsiteX3" fmla="*/ 0 w 1881641"/>
                  <a:gd name="connsiteY3" fmla="*/ 0 h 1167493"/>
                  <a:gd name="connsiteX4" fmla="*/ 714149 w 1881641"/>
                  <a:gd name="connsiteY4" fmla="*/ 0 h 1167493"/>
                  <a:gd name="connsiteX5" fmla="*/ 1875614 w 1881641"/>
                  <a:gd name="connsiteY5" fmla="*/ 1048124 h 1167493"/>
                  <a:gd name="connsiteX6" fmla="*/ 1881641 w 1881641"/>
                  <a:gd name="connsiteY6" fmla="*/ 1167473 h 116749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881641" h="1167493">
                    <a:moveTo>
                      <a:pt x="1881641" y="1167473"/>
                    </a:moveTo>
                    <a:lnTo>
                      <a:pt x="1881641" y="1167493"/>
                    </a:lnTo>
                    <a:lnTo>
                      <a:pt x="1167493" y="1167493"/>
                    </a:lnTo>
                    <a:cubicBezTo>
                      <a:pt x="522704" y="1167493"/>
                      <a:pt x="0" y="644789"/>
                      <a:pt x="0" y="0"/>
                    </a:cubicBezTo>
                    <a:lnTo>
                      <a:pt x="714149" y="0"/>
                    </a:lnTo>
                    <a:cubicBezTo>
                      <a:pt x="1318639" y="0"/>
                      <a:pt x="1815827" y="459408"/>
                      <a:pt x="1875614" y="1048124"/>
                    </a:cubicBezTo>
                    <a:lnTo>
                      <a:pt x="1881641" y="1167473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>
                <a:defPPr>
                  <a:defRPr lang="fr-FR"/>
                </a:defPPr>
              </a:lstStyle>
              <a:p>
                <a:pPr algn="ctr" rtl="0"/>
                <a:endParaRPr lang="fr-FR" dirty="0"/>
              </a:p>
            </p:txBody>
          </p:sp>
          <p:sp>
            <p:nvSpPr>
              <p:cNvPr id="16" name="Forme libre 15">
                <a:extLst>
                  <a:ext uri="{FF2B5EF4-FFF2-40B4-BE49-F238E27FC236}">
                    <a16:creationId xmlns:a16="http://schemas.microsoft.com/office/drawing/2014/main" id="{4850B620-49F5-3748-84AF-682555D52792}"/>
                  </a:ext>
                </a:extLst>
              </p:cNvPr>
              <p:cNvSpPr/>
              <p:nvPr userDrawn="1"/>
            </p:nvSpPr>
            <p:spPr>
              <a:xfrm rot="16200000" flipV="1">
                <a:off x="9499940" y="370908"/>
                <a:ext cx="1881641" cy="1167493"/>
              </a:xfrm>
              <a:custGeom>
                <a:avLst/>
                <a:gdLst>
                  <a:gd name="connsiteX0" fmla="*/ 1881641 w 1881641"/>
                  <a:gd name="connsiteY0" fmla="*/ 1167473 h 1167493"/>
                  <a:gd name="connsiteX1" fmla="*/ 1881641 w 1881641"/>
                  <a:gd name="connsiteY1" fmla="*/ 1167493 h 1167493"/>
                  <a:gd name="connsiteX2" fmla="*/ 1167493 w 1881641"/>
                  <a:gd name="connsiteY2" fmla="*/ 1167493 h 1167493"/>
                  <a:gd name="connsiteX3" fmla="*/ 0 w 1881641"/>
                  <a:gd name="connsiteY3" fmla="*/ 0 h 1167493"/>
                  <a:gd name="connsiteX4" fmla="*/ 714149 w 1881641"/>
                  <a:gd name="connsiteY4" fmla="*/ 0 h 1167493"/>
                  <a:gd name="connsiteX5" fmla="*/ 1875614 w 1881641"/>
                  <a:gd name="connsiteY5" fmla="*/ 1048124 h 1167493"/>
                  <a:gd name="connsiteX6" fmla="*/ 1881641 w 1881641"/>
                  <a:gd name="connsiteY6" fmla="*/ 1167473 h 116749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881641" h="1167493">
                    <a:moveTo>
                      <a:pt x="1881641" y="1167473"/>
                    </a:moveTo>
                    <a:lnTo>
                      <a:pt x="1881641" y="1167493"/>
                    </a:lnTo>
                    <a:lnTo>
                      <a:pt x="1167493" y="1167493"/>
                    </a:lnTo>
                    <a:cubicBezTo>
                      <a:pt x="522704" y="1167493"/>
                      <a:pt x="0" y="644789"/>
                      <a:pt x="0" y="0"/>
                    </a:cubicBezTo>
                    <a:lnTo>
                      <a:pt x="714149" y="0"/>
                    </a:lnTo>
                    <a:cubicBezTo>
                      <a:pt x="1318639" y="0"/>
                      <a:pt x="1815827" y="459408"/>
                      <a:pt x="1875614" y="1048124"/>
                    </a:cubicBezTo>
                    <a:lnTo>
                      <a:pt x="1881641" y="1167473"/>
                    </a:lnTo>
                    <a:close/>
                  </a:path>
                </a:pathLst>
              </a:custGeom>
              <a:solidFill>
                <a:schemeClr val="tx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>
                <a:defPPr>
                  <a:defRPr lang="fr-FR"/>
                </a:defPPr>
              </a:lstStyle>
              <a:p>
                <a:pPr algn="ctr" rtl="0"/>
                <a:endParaRPr lang="fr-FR" dirty="0"/>
              </a:p>
            </p:txBody>
          </p:sp>
        </p:grpSp>
        <p:sp>
          <p:nvSpPr>
            <p:cNvPr id="17" name="Forme libre 16">
              <a:extLst>
                <a:ext uri="{FF2B5EF4-FFF2-40B4-BE49-F238E27FC236}">
                  <a16:creationId xmlns:a16="http://schemas.microsoft.com/office/drawing/2014/main" id="{0B179973-08D2-EF40-B516-35E75E906394}"/>
                </a:ext>
              </a:extLst>
            </p:cNvPr>
            <p:cNvSpPr/>
            <p:nvPr userDrawn="1"/>
          </p:nvSpPr>
          <p:spPr>
            <a:xfrm flipH="1">
              <a:off x="8580896" y="1"/>
              <a:ext cx="3611104" cy="3611104"/>
            </a:xfrm>
            <a:custGeom>
              <a:avLst/>
              <a:gdLst>
                <a:gd name="connsiteX0" fmla="*/ 0 w 1167493"/>
                <a:gd name="connsiteY0" fmla="*/ 0 h 1167493"/>
                <a:gd name="connsiteX1" fmla="*/ 1167493 w 1167493"/>
                <a:gd name="connsiteY1" fmla="*/ 0 h 1167493"/>
                <a:gd name="connsiteX2" fmla="*/ 0 w 1167493"/>
                <a:gd name="connsiteY2" fmla="*/ 1167493 h 1167493"/>
                <a:gd name="connsiteX3" fmla="*/ 0 w 1167493"/>
                <a:gd name="connsiteY3" fmla="*/ 0 h 11674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67493" h="1167493">
                  <a:moveTo>
                    <a:pt x="0" y="0"/>
                  </a:moveTo>
                  <a:lnTo>
                    <a:pt x="1167493" y="0"/>
                  </a:lnTo>
                  <a:cubicBezTo>
                    <a:pt x="522704" y="0"/>
                    <a:pt x="0" y="522704"/>
                    <a:pt x="0" y="1167493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>
              <a:defPPr>
                <a:defRPr lang="fr-FR"/>
              </a:defPPr>
            </a:lstStyle>
            <a:p>
              <a:pPr algn="ctr" rtl="0"/>
              <a:endParaRPr lang="fr-FR" dirty="0"/>
            </a:p>
          </p:txBody>
        </p:sp>
        <p:sp>
          <p:nvSpPr>
            <p:cNvPr id="18" name="Forme libre 17">
              <a:extLst>
                <a:ext uri="{FF2B5EF4-FFF2-40B4-BE49-F238E27FC236}">
                  <a16:creationId xmlns:a16="http://schemas.microsoft.com/office/drawing/2014/main" id="{6C811FF3-E48A-194D-8022-65F8C3A17449}"/>
                </a:ext>
              </a:extLst>
            </p:cNvPr>
            <p:cNvSpPr/>
            <p:nvPr userDrawn="1"/>
          </p:nvSpPr>
          <p:spPr>
            <a:xfrm flipH="1">
              <a:off x="8580896" y="3246896"/>
              <a:ext cx="3611104" cy="3611104"/>
            </a:xfrm>
            <a:custGeom>
              <a:avLst/>
              <a:gdLst>
                <a:gd name="connsiteX0" fmla="*/ 0 w 1167493"/>
                <a:gd name="connsiteY0" fmla="*/ 0 h 1167493"/>
                <a:gd name="connsiteX1" fmla="*/ 1167493 w 1167493"/>
                <a:gd name="connsiteY1" fmla="*/ 1167493 h 1167493"/>
                <a:gd name="connsiteX2" fmla="*/ 0 w 1167493"/>
                <a:gd name="connsiteY2" fmla="*/ 1167493 h 1167493"/>
                <a:gd name="connsiteX3" fmla="*/ 0 w 1167493"/>
                <a:gd name="connsiteY3" fmla="*/ 0 h 11674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67493" h="1167493">
                  <a:moveTo>
                    <a:pt x="0" y="0"/>
                  </a:moveTo>
                  <a:cubicBezTo>
                    <a:pt x="0" y="644789"/>
                    <a:pt x="522704" y="1167493"/>
                    <a:pt x="1167493" y="1167493"/>
                  </a:cubicBezTo>
                  <a:lnTo>
                    <a:pt x="0" y="116749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>
              <a:defPPr>
                <a:defRPr lang="fr-FR"/>
              </a:defPPr>
            </a:lstStyle>
            <a:p>
              <a:pPr algn="ctr" rtl="0"/>
              <a:endParaRPr lang="fr-FR" dirty="0"/>
            </a:p>
          </p:txBody>
        </p:sp>
      </p:grpSp>
      <p:sp>
        <p:nvSpPr>
          <p:cNvPr id="2" name="Titre 1">
            <a:extLst>
              <a:ext uri="{FF2B5EF4-FFF2-40B4-BE49-F238E27FC236}">
                <a16:creationId xmlns:a16="http://schemas.microsoft.com/office/drawing/2014/main" id="{494248F2-5264-4601-AA0B-6C092F77F2DD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167494" y="177553"/>
            <a:ext cx="6245912" cy="3269447"/>
          </a:xfrm>
        </p:spPr>
        <p:txBody>
          <a:bodyPr bIns="0" rtlCol="0" anchor="b">
            <a:noAutofit/>
          </a:bodyPr>
          <a:lstStyle>
            <a:lvl1pPr algn="l">
              <a:defRPr lang="fr-FR" sz="6000" b="1">
                <a:solidFill>
                  <a:schemeClr val="bg1"/>
                </a:solidFill>
                <a:latin typeface="+mj-lt"/>
              </a:defRPr>
            </a:lvl1pPr>
          </a:lstStyle>
          <a:p>
            <a:pPr rtl="0"/>
            <a:r>
              <a:rPr lang="fr-FR"/>
              <a:t>Cliquez pour ajouter un titre</a:t>
            </a:r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DCFB69D3-5632-4285-A209-9DCA67DA668C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1167494" y="3492896"/>
            <a:ext cx="6245912" cy="912850"/>
          </a:xfrm>
        </p:spPr>
        <p:txBody>
          <a:bodyPr rtlCol="0" anchor="ctr" anchorCtr="0">
            <a:noAutofit/>
          </a:bodyPr>
          <a:lstStyle>
            <a:lvl1pPr marL="0" indent="0" algn="l">
              <a:buNone/>
              <a:defRPr lang="fr-FR" sz="3200">
                <a:solidFill>
                  <a:schemeClr val="bg1"/>
                </a:solidFill>
                <a:latin typeface="+mn-lt"/>
              </a:defRPr>
            </a:lvl1pPr>
            <a:lvl2pPr marL="457200" indent="0" algn="ctr">
              <a:buNone/>
              <a:defRPr lang="fr-FR" sz="2000"/>
            </a:lvl2pPr>
            <a:lvl3pPr marL="914400" indent="0" algn="ctr">
              <a:buNone/>
              <a:defRPr lang="fr-FR" sz="1800"/>
            </a:lvl3pPr>
            <a:lvl4pPr marL="1371600" indent="0" algn="ctr">
              <a:buNone/>
              <a:defRPr lang="fr-FR" sz="1600"/>
            </a:lvl4pPr>
            <a:lvl5pPr marL="1828800" indent="0" algn="ctr">
              <a:buNone/>
              <a:defRPr lang="fr-FR" sz="1600"/>
            </a:lvl5pPr>
            <a:lvl6pPr marL="2286000" indent="0" algn="ctr">
              <a:buNone/>
              <a:defRPr lang="fr-FR" sz="1600"/>
            </a:lvl6pPr>
            <a:lvl7pPr marL="2743200" indent="0" algn="ctr">
              <a:buNone/>
              <a:defRPr lang="fr-FR" sz="1600"/>
            </a:lvl7pPr>
            <a:lvl8pPr marL="3200400" indent="0" algn="ctr">
              <a:buNone/>
              <a:defRPr lang="fr-FR" sz="1600"/>
            </a:lvl8pPr>
            <a:lvl9pPr marL="3657600" indent="0" algn="ctr">
              <a:buNone/>
              <a:defRPr lang="fr-FR" sz="1600"/>
            </a:lvl9pPr>
          </a:lstStyle>
          <a:p>
            <a:pPr rtl="0"/>
            <a:r>
              <a:rPr lang="fr-FR"/>
              <a:t>Cliquez pour ajouter un sous-titre</a:t>
            </a:r>
          </a:p>
        </p:txBody>
      </p:sp>
    </p:spTree>
    <p:extLst>
      <p:ext uri="{BB962C8B-B14F-4D97-AF65-F5344CB8AC3E}">
        <p14:creationId xmlns:p14="http://schemas.microsoft.com/office/powerpoint/2010/main" val="98652940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re et contenu de 2 colonn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" name="Groupe 15">
            <a:extLst>
              <a:ext uri="{FF2B5EF4-FFF2-40B4-BE49-F238E27FC236}">
                <a16:creationId xmlns:a16="http://schemas.microsoft.com/office/drawing/2014/main" id="{14DB56B5-5DD7-95E3-52B2-EDC4B3F1305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1" y="0"/>
            <a:ext cx="12191999" cy="6858000"/>
            <a:chOff x="1" y="0"/>
            <a:chExt cx="12191999" cy="6858000"/>
          </a:xfrm>
        </p:grpSpPr>
        <p:sp>
          <p:nvSpPr>
            <p:cNvPr id="4" name="Forme libre 3">
              <a:extLst>
                <a:ext uri="{FF2B5EF4-FFF2-40B4-BE49-F238E27FC236}">
                  <a16:creationId xmlns:a16="http://schemas.microsoft.com/office/drawing/2014/main" id="{6A7F6A3F-E1DD-A246-9A6D-5F9B18BA2588}"/>
                </a:ext>
              </a:extLst>
            </p:cNvPr>
            <p:cNvSpPr/>
            <p:nvPr userDrawn="1"/>
          </p:nvSpPr>
          <p:spPr>
            <a:xfrm flipH="1">
              <a:off x="8580896" y="1"/>
              <a:ext cx="3611104" cy="3611104"/>
            </a:xfrm>
            <a:custGeom>
              <a:avLst/>
              <a:gdLst>
                <a:gd name="connsiteX0" fmla="*/ 0 w 1167493"/>
                <a:gd name="connsiteY0" fmla="*/ 0 h 1167493"/>
                <a:gd name="connsiteX1" fmla="*/ 1167493 w 1167493"/>
                <a:gd name="connsiteY1" fmla="*/ 0 h 1167493"/>
                <a:gd name="connsiteX2" fmla="*/ 0 w 1167493"/>
                <a:gd name="connsiteY2" fmla="*/ 1167493 h 1167493"/>
                <a:gd name="connsiteX3" fmla="*/ 0 w 1167493"/>
                <a:gd name="connsiteY3" fmla="*/ 0 h 11674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67493" h="1167493">
                  <a:moveTo>
                    <a:pt x="0" y="0"/>
                  </a:moveTo>
                  <a:lnTo>
                    <a:pt x="1167493" y="0"/>
                  </a:lnTo>
                  <a:cubicBezTo>
                    <a:pt x="522704" y="0"/>
                    <a:pt x="0" y="522704"/>
                    <a:pt x="0" y="1167493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>
              <a:defPPr>
                <a:defRPr lang="fr-FR"/>
              </a:defPPr>
            </a:lstStyle>
            <a:p>
              <a:pPr algn="ctr" rtl="0"/>
              <a:endParaRPr lang="fr-FR" dirty="0"/>
            </a:p>
          </p:txBody>
        </p:sp>
        <p:sp>
          <p:nvSpPr>
            <p:cNvPr id="5" name="Forme libre 4">
              <a:extLst>
                <a:ext uri="{FF2B5EF4-FFF2-40B4-BE49-F238E27FC236}">
                  <a16:creationId xmlns:a16="http://schemas.microsoft.com/office/drawing/2014/main" id="{055FD0FC-C8FF-6741-A364-A29CDC6F9495}"/>
                </a:ext>
              </a:extLst>
            </p:cNvPr>
            <p:cNvSpPr/>
            <p:nvPr userDrawn="1"/>
          </p:nvSpPr>
          <p:spPr>
            <a:xfrm flipH="1">
              <a:off x="8580896" y="3246896"/>
              <a:ext cx="3611104" cy="3611104"/>
            </a:xfrm>
            <a:custGeom>
              <a:avLst/>
              <a:gdLst>
                <a:gd name="connsiteX0" fmla="*/ 0 w 1167493"/>
                <a:gd name="connsiteY0" fmla="*/ 0 h 1167493"/>
                <a:gd name="connsiteX1" fmla="*/ 1167493 w 1167493"/>
                <a:gd name="connsiteY1" fmla="*/ 1167493 h 1167493"/>
                <a:gd name="connsiteX2" fmla="*/ 0 w 1167493"/>
                <a:gd name="connsiteY2" fmla="*/ 1167493 h 1167493"/>
                <a:gd name="connsiteX3" fmla="*/ 0 w 1167493"/>
                <a:gd name="connsiteY3" fmla="*/ 0 h 11674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67493" h="1167493">
                  <a:moveTo>
                    <a:pt x="0" y="0"/>
                  </a:moveTo>
                  <a:cubicBezTo>
                    <a:pt x="0" y="644789"/>
                    <a:pt x="522704" y="1167493"/>
                    <a:pt x="1167493" y="1167493"/>
                  </a:cubicBezTo>
                  <a:lnTo>
                    <a:pt x="0" y="116749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>
              <a:defPPr>
                <a:defRPr lang="fr-FR"/>
              </a:defPPr>
            </a:lstStyle>
            <a:p>
              <a:pPr algn="ctr" rtl="0"/>
              <a:endParaRPr lang="fr-FR" dirty="0"/>
            </a:p>
          </p:txBody>
        </p:sp>
        <p:sp>
          <p:nvSpPr>
            <p:cNvPr id="6" name="Forme libre 5">
              <a:extLst>
                <a:ext uri="{FF2B5EF4-FFF2-40B4-BE49-F238E27FC236}">
                  <a16:creationId xmlns:a16="http://schemas.microsoft.com/office/drawing/2014/main" id="{D11C9832-A021-954E-A34F-2988D1189AE9}"/>
                </a:ext>
              </a:extLst>
            </p:cNvPr>
            <p:cNvSpPr/>
            <p:nvPr userDrawn="1"/>
          </p:nvSpPr>
          <p:spPr>
            <a:xfrm>
              <a:off x="1" y="0"/>
              <a:ext cx="933856" cy="933856"/>
            </a:xfrm>
            <a:custGeom>
              <a:avLst/>
              <a:gdLst>
                <a:gd name="connsiteX0" fmla="*/ 0 w 862693"/>
                <a:gd name="connsiteY0" fmla="*/ 0 h 862693"/>
                <a:gd name="connsiteX1" fmla="*/ 862693 w 862693"/>
                <a:gd name="connsiteY1" fmla="*/ 0 h 862693"/>
                <a:gd name="connsiteX2" fmla="*/ 0 w 862693"/>
                <a:gd name="connsiteY2" fmla="*/ 862693 h 862693"/>
                <a:gd name="connsiteX3" fmla="*/ 0 w 862693"/>
                <a:gd name="connsiteY3" fmla="*/ 0 h 8626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862693" h="862693">
                  <a:moveTo>
                    <a:pt x="0" y="0"/>
                  </a:moveTo>
                  <a:lnTo>
                    <a:pt x="862693" y="0"/>
                  </a:lnTo>
                  <a:cubicBezTo>
                    <a:pt x="862693" y="476453"/>
                    <a:pt x="476452" y="862693"/>
                    <a:pt x="0" y="862693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>
              <a:defPPr>
                <a:defRPr lang="fr-FR"/>
              </a:defPPr>
            </a:lstStyle>
            <a:p>
              <a:pPr algn="ctr" rtl="0"/>
              <a:endParaRPr lang="fr-FR" dirty="0"/>
            </a:p>
          </p:txBody>
        </p:sp>
        <p:grpSp>
          <p:nvGrpSpPr>
            <p:cNvPr id="9" name="Groupe 8">
              <a:extLst>
                <a:ext uri="{FF2B5EF4-FFF2-40B4-BE49-F238E27FC236}">
                  <a16:creationId xmlns:a16="http://schemas.microsoft.com/office/drawing/2014/main" id="{9861BC34-DFBF-2D4F-B463-FCFBC08391FF}"/>
                </a:ext>
              </a:extLst>
            </p:cNvPr>
            <p:cNvGrpSpPr/>
            <p:nvPr userDrawn="1"/>
          </p:nvGrpSpPr>
          <p:grpSpPr>
            <a:xfrm>
              <a:off x="8082092" y="5590903"/>
              <a:ext cx="1572380" cy="1267097"/>
              <a:chOff x="7413403" y="4976359"/>
              <a:chExt cx="2334986" cy="1881641"/>
            </a:xfrm>
          </p:grpSpPr>
          <p:sp>
            <p:nvSpPr>
              <p:cNvPr id="7" name="Forme libre 6">
                <a:extLst>
                  <a:ext uri="{FF2B5EF4-FFF2-40B4-BE49-F238E27FC236}">
                    <a16:creationId xmlns:a16="http://schemas.microsoft.com/office/drawing/2014/main" id="{55C37C19-F268-4A43-A0D4-3B1B38D48952}"/>
                  </a:ext>
                </a:extLst>
              </p:cNvPr>
              <p:cNvSpPr/>
              <p:nvPr userDrawn="1"/>
            </p:nvSpPr>
            <p:spPr>
              <a:xfrm rot="5400000" flipH="1" flipV="1">
                <a:off x="8223822" y="5333433"/>
                <a:ext cx="1881641" cy="1167493"/>
              </a:xfrm>
              <a:custGeom>
                <a:avLst/>
                <a:gdLst>
                  <a:gd name="connsiteX0" fmla="*/ 1881641 w 1881641"/>
                  <a:gd name="connsiteY0" fmla="*/ 1167473 h 1167493"/>
                  <a:gd name="connsiteX1" fmla="*/ 1881641 w 1881641"/>
                  <a:gd name="connsiteY1" fmla="*/ 1167493 h 1167493"/>
                  <a:gd name="connsiteX2" fmla="*/ 1167493 w 1881641"/>
                  <a:gd name="connsiteY2" fmla="*/ 1167493 h 1167493"/>
                  <a:gd name="connsiteX3" fmla="*/ 0 w 1881641"/>
                  <a:gd name="connsiteY3" fmla="*/ 0 h 1167493"/>
                  <a:gd name="connsiteX4" fmla="*/ 714149 w 1881641"/>
                  <a:gd name="connsiteY4" fmla="*/ 0 h 1167493"/>
                  <a:gd name="connsiteX5" fmla="*/ 1875614 w 1881641"/>
                  <a:gd name="connsiteY5" fmla="*/ 1048124 h 1167493"/>
                  <a:gd name="connsiteX6" fmla="*/ 1881641 w 1881641"/>
                  <a:gd name="connsiteY6" fmla="*/ 1167473 h 116749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881641" h="1167493">
                    <a:moveTo>
                      <a:pt x="1881641" y="1167473"/>
                    </a:moveTo>
                    <a:lnTo>
                      <a:pt x="1881641" y="1167493"/>
                    </a:lnTo>
                    <a:lnTo>
                      <a:pt x="1167493" y="1167493"/>
                    </a:lnTo>
                    <a:cubicBezTo>
                      <a:pt x="522704" y="1167493"/>
                      <a:pt x="0" y="644789"/>
                      <a:pt x="0" y="0"/>
                    </a:cubicBezTo>
                    <a:lnTo>
                      <a:pt x="714149" y="0"/>
                    </a:lnTo>
                    <a:cubicBezTo>
                      <a:pt x="1318639" y="0"/>
                      <a:pt x="1815827" y="459408"/>
                      <a:pt x="1875614" y="1048124"/>
                    </a:cubicBezTo>
                    <a:lnTo>
                      <a:pt x="1881641" y="1167473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>
                <a:defPPr>
                  <a:defRPr lang="fr-FR"/>
                </a:defPPr>
              </a:lstStyle>
              <a:p>
                <a:pPr algn="ctr" rtl="0"/>
                <a:endParaRPr lang="fr-FR" dirty="0">
                  <a:latin typeface="+mn-lt"/>
                </a:endParaRPr>
              </a:p>
            </p:txBody>
          </p:sp>
          <p:sp>
            <p:nvSpPr>
              <p:cNvPr id="8" name="Forme libre 7">
                <a:extLst>
                  <a:ext uri="{FF2B5EF4-FFF2-40B4-BE49-F238E27FC236}">
                    <a16:creationId xmlns:a16="http://schemas.microsoft.com/office/drawing/2014/main" id="{E4F760E5-9D5D-E44F-AEBF-20CA8DE87D11}"/>
                  </a:ext>
                </a:extLst>
              </p:cNvPr>
              <p:cNvSpPr/>
              <p:nvPr userDrawn="1"/>
            </p:nvSpPr>
            <p:spPr>
              <a:xfrm rot="16200000" flipV="1">
                <a:off x="7056329" y="5333433"/>
                <a:ext cx="1881641" cy="1167493"/>
              </a:xfrm>
              <a:custGeom>
                <a:avLst/>
                <a:gdLst>
                  <a:gd name="connsiteX0" fmla="*/ 1881641 w 1881641"/>
                  <a:gd name="connsiteY0" fmla="*/ 1167473 h 1167493"/>
                  <a:gd name="connsiteX1" fmla="*/ 1881641 w 1881641"/>
                  <a:gd name="connsiteY1" fmla="*/ 1167493 h 1167493"/>
                  <a:gd name="connsiteX2" fmla="*/ 1167493 w 1881641"/>
                  <a:gd name="connsiteY2" fmla="*/ 1167493 h 1167493"/>
                  <a:gd name="connsiteX3" fmla="*/ 0 w 1881641"/>
                  <a:gd name="connsiteY3" fmla="*/ 0 h 1167493"/>
                  <a:gd name="connsiteX4" fmla="*/ 714149 w 1881641"/>
                  <a:gd name="connsiteY4" fmla="*/ 0 h 1167493"/>
                  <a:gd name="connsiteX5" fmla="*/ 1875614 w 1881641"/>
                  <a:gd name="connsiteY5" fmla="*/ 1048124 h 1167493"/>
                  <a:gd name="connsiteX6" fmla="*/ 1881641 w 1881641"/>
                  <a:gd name="connsiteY6" fmla="*/ 1167473 h 116749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881641" h="1167493">
                    <a:moveTo>
                      <a:pt x="1881641" y="1167473"/>
                    </a:moveTo>
                    <a:lnTo>
                      <a:pt x="1881641" y="1167493"/>
                    </a:lnTo>
                    <a:lnTo>
                      <a:pt x="1167493" y="1167493"/>
                    </a:lnTo>
                    <a:cubicBezTo>
                      <a:pt x="522704" y="1167493"/>
                      <a:pt x="0" y="644789"/>
                      <a:pt x="0" y="0"/>
                    </a:cubicBezTo>
                    <a:lnTo>
                      <a:pt x="714149" y="0"/>
                    </a:lnTo>
                    <a:cubicBezTo>
                      <a:pt x="1318639" y="0"/>
                      <a:pt x="1815827" y="459408"/>
                      <a:pt x="1875614" y="1048124"/>
                    </a:cubicBezTo>
                    <a:lnTo>
                      <a:pt x="1881641" y="1167473"/>
                    </a:lnTo>
                    <a:close/>
                  </a:path>
                </a:pathLst>
              </a:custGeom>
              <a:solidFill>
                <a:schemeClr val="tx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>
                <a:defPPr>
                  <a:defRPr lang="fr-FR"/>
                </a:defPPr>
              </a:lstStyle>
              <a:p>
                <a:pPr algn="ctr" rtl="0"/>
                <a:endParaRPr lang="fr-FR" dirty="0">
                  <a:latin typeface="+mn-lt"/>
                </a:endParaRPr>
              </a:p>
            </p:txBody>
          </p:sp>
        </p:grpSp>
      </p:grpSp>
      <p:sp>
        <p:nvSpPr>
          <p:cNvPr id="2" name="Titre 1">
            <a:extLst>
              <a:ext uri="{FF2B5EF4-FFF2-40B4-BE49-F238E27FC236}">
                <a16:creationId xmlns:a16="http://schemas.microsoft.com/office/drawing/2014/main" id="{3CD97974-B93C-4C96-B3F6-F69E3D6DE6C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167492" y="136526"/>
            <a:ext cx="9601200" cy="1653371"/>
          </a:xfrm>
        </p:spPr>
        <p:txBody>
          <a:bodyPr rtlCol="0" anchor="b">
            <a:noAutofit/>
          </a:bodyPr>
          <a:lstStyle>
            <a:lvl1pPr>
              <a:defRPr lang="fr-FR" sz="4200" b="1">
                <a:latin typeface="+mj-lt"/>
              </a:defRPr>
            </a:lvl1pPr>
          </a:lstStyle>
          <a:p>
            <a:pPr rtl="0"/>
            <a:r>
              <a:rPr lang="fr-FR"/>
              <a:t>Cliquez pour ajouter un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8A6FC6F2-80B4-49A7-9448-33FE2DF0E967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1167493" y="2023984"/>
            <a:ext cx="4663440" cy="3332832"/>
          </a:xfrm>
        </p:spPr>
        <p:txBody>
          <a:bodyPr rtlCol="0">
            <a:normAutofit/>
          </a:bodyPr>
          <a:lstStyle>
            <a:lvl1pPr marL="0" indent="0">
              <a:spcBef>
                <a:spcPts val="1000"/>
              </a:spcBef>
              <a:buFont typeface="Arial" panose="020B0604020202020204" pitchFamily="34" charset="0"/>
              <a:buNone/>
              <a:defRPr lang="fr-FR" sz="2000">
                <a:latin typeface="+mn-lt"/>
              </a:defRPr>
            </a:lvl1pPr>
            <a:lvl2pPr marL="283464" indent="-283464">
              <a:spcBef>
                <a:spcPts val="1000"/>
              </a:spcBef>
              <a:buFont typeface="Arial" panose="020B0604020202020204" pitchFamily="34" charset="0"/>
              <a:buChar char="•"/>
              <a:defRPr lang="fr-FR" sz="2000">
                <a:latin typeface="+mn-lt"/>
              </a:defRPr>
            </a:lvl2pPr>
            <a:lvl3pPr marL="566928" indent="-283464">
              <a:spcBef>
                <a:spcPts val="1000"/>
              </a:spcBef>
              <a:buFont typeface="Arial" panose="020B0604020202020204" pitchFamily="34" charset="0"/>
              <a:buChar char="•"/>
              <a:defRPr lang="fr-FR" sz="2000">
                <a:latin typeface="+mn-lt"/>
              </a:defRPr>
            </a:lvl3pPr>
            <a:lvl4pPr marL="850392" indent="-283464">
              <a:spcBef>
                <a:spcPts val="1000"/>
              </a:spcBef>
              <a:buFont typeface="Arial" panose="020B0604020202020204" pitchFamily="34" charset="0"/>
              <a:buChar char="•"/>
              <a:defRPr lang="fr-FR" sz="2000">
                <a:latin typeface="+mn-lt"/>
              </a:defRPr>
            </a:lvl4pPr>
            <a:lvl5pPr marL="1133856" indent="-283464">
              <a:spcBef>
                <a:spcPts val="1000"/>
              </a:spcBef>
              <a:buFont typeface="Arial" panose="020B0604020202020204" pitchFamily="34" charset="0"/>
              <a:buChar char="•"/>
              <a:defRPr lang="fr-FR" sz="2000">
                <a:latin typeface="+mn-lt"/>
              </a:defRPr>
            </a:lvl5pPr>
          </a:lstStyle>
          <a:p>
            <a:pPr lvl="0" rtl="0"/>
            <a:r>
              <a:rPr lang="fr-FR"/>
              <a:t>Cliquer pour ajouter du texte</a:t>
            </a:r>
          </a:p>
          <a:p>
            <a:pPr lvl="1" rtl="0"/>
            <a:r>
              <a:rPr lang="fr-FR"/>
              <a:t>Deuxième niveau</a:t>
            </a:r>
          </a:p>
          <a:p>
            <a:pPr lvl="2" rtl="0"/>
            <a:r>
              <a:rPr lang="fr-FR"/>
              <a:t>Troisième niveau</a:t>
            </a:r>
          </a:p>
          <a:p>
            <a:pPr lvl="3" rtl="0"/>
            <a:r>
              <a:rPr lang="fr-FR"/>
              <a:t>Quatrième niveau</a:t>
            </a:r>
          </a:p>
          <a:p>
            <a:pPr lvl="4" rtl="0"/>
            <a:r>
              <a:rPr lang="fr-FR"/>
              <a:t>Cinquième niveau</a:t>
            </a:r>
          </a:p>
        </p:txBody>
      </p:sp>
      <p:sp>
        <p:nvSpPr>
          <p:cNvPr id="13" name="Espace réservé du contenu 2">
            <a:extLst>
              <a:ext uri="{FF2B5EF4-FFF2-40B4-BE49-F238E27FC236}">
                <a16:creationId xmlns:a16="http://schemas.microsoft.com/office/drawing/2014/main" id="{94CA559C-3355-DE44-ACF9-BDB6083C4225}"/>
              </a:ext>
            </a:extLst>
          </p:cNvPr>
          <p:cNvSpPr>
            <a:spLocks noGrp="1"/>
          </p:cNvSpPr>
          <p:nvPr>
            <p:ph idx="10" hasCustomPrompt="1"/>
          </p:nvPr>
        </p:nvSpPr>
        <p:spPr>
          <a:xfrm>
            <a:off x="6283235" y="2023984"/>
            <a:ext cx="4663440" cy="3332832"/>
          </a:xfrm>
        </p:spPr>
        <p:txBody>
          <a:bodyPr rtlCol="0">
            <a:normAutofit/>
          </a:bodyPr>
          <a:lstStyle>
            <a:lvl1pPr marL="0" indent="0">
              <a:spcBef>
                <a:spcPts val="1000"/>
              </a:spcBef>
              <a:buFont typeface="Arial" panose="020B0604020202020204" pitchFamily="34" charset="0"/>
              <a:buNone/>
              <a:defRPr lang="fr-FR" sz="2000">
                <a:latin typeface="+mn-lt"/>
              </a:defRPr>
            </a:lvl1pPr>
            <a:lvl2pPr marL="283464" indent="-283464">
              <a:spcBef>
                <a:spcPts val="1000"/>
              </a:spcBef>
              <a:buFont typeface="Arial" panose="020B0604020202020204" pitchFamily="34" charset="0"/>
              <a:buChar char="•"/>
              <a:defRPr lang="fr-FR" sz="2000">
                <a:latin typeface="+mn-lt"/>
              </a:defRPr>
            </a:lvl2pPr>
            <a:lvl3pPr marL="566928" indent="-283464">
              <a:spcBef>
                <a:spcPts val="1000"/>
              </a:spcBef>
              <a:buFont typeface="Arial" panose="020B0604020202020204" pitchFamily="34" charset="0"/>
              <a:buChar char="•"/>
              <a:defRPr lang="fr-FR" sz="2000">
                <a:latin typeface="+mn-lt"/>
              </a:defRPr>
            </a:lvl3pPr>
            <a:lvl4pPr marL="850392" indent="-283464">
              <a:spcBef>
                <a:spcPts val="1000"/>
              </a:spcBef>
              <a:buFont typeface="Arial" panose="020B0604020202020204" pitchFamily="34" charset="0"/>
              <a:buChar char="•"/>
              <a:defRPr lang="fr-FR" sz="2000">
                <a:latin typeface="+mn-lt"/>
              </a:defRPr>
            </a:lvl4pPr>
            <a:lvl5pPr marL="1133856" indent="-283464">
              <a:spcBef>
                <a:spcPts val="1000"/>
              </a:spcBef>
              <a:buFont typeface="Arial" panose="020B0604020202020204" pitchFamily="34" charset="0"/>
              <a:buChar char="•"/>
              <a:defRPr lang="fr-FR" sz="2000">
                <a:latin typeface="+mn-lt"/>
              </a:defRPr>
            </a:lvl5pPr>
          </a:lstStyle>
          <a:p>
            <a:pPr lvl="0" rtl="0"/>
            <a:r>
              <a:rPr lang="fr-FR"/>
              <a:t>Cliquer pour ajouter du texte</a:t>
            </a:r>
          </a:p>
          <a:p>
            <a:pPr lvl="1" rtl="0"/>
            <a:r>
              <a:rPr lang="fr-FR"/>
              <a:t>Deuxième niveau</a:t>
            </a:r>
          </a:p>
          <a:p>
            <a:pPr lvl="2" rtl="0"/>
            <a:r>
              <a:rPr lang="fr-FR"/>
              <a:t>Troisième niveau</a:t>
            </a:r>
          </a:p>
          <a:p>
            <a:pPr lvl="3" rtl="0"/>
            <a:r>
              <a:rPr lang="fr-FR"/>
              <a:t>Quatrième niveau</a:t>
            </a:r>
          </a:p>
          <a:p>
            <a:pPr lvl="4" rtl="0"/>
            <a:r>
              <a:rPr lang="fr-FR"/>
              <a:t>Cinquième niveau</a:t>
            </a:r>
          </a:p>
        </p:txBody>
      </p:sp>
      <p:sp>
        <p:nvSpPr>
          <p:cNvPr id="10" name="Espace réservé de la date 3">
            <a:extLst>
              <a:ext uri="{FF2B5EF4-FFF2-40B4-BE49-F238E27FC236}">
                <a16:creationId xmlns:a16="http://schemas.microsoft.com/office/drawing/2014/main" id="{7536C149-3EFE-A94E-902D-57CED00B2C0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810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>
              <a:defRPr lang="fr-FR" sz="1200">
                <a:solidFill>
                  <a:schemeClr val="accent3"/>
                </a:solidFill>
                <a:latin typeface="+mn-lt"/>
              </a:defRPr>
            </a:lvl1pPr>
          </a:lstStyle>
          <a:p>
            <a:pPr rtl="0"/>
            <a:r>
              <a:rPr lang="fr-FR" dirty="0"/>
              <a:t>08/09/20XX</a:t>
            </a:r>
          </a:p>
        </p:txBody>
      </p:sp>
      <p:sp>
        <p:nvSpPr>
          <p:cNvPr id="11" name="Espace réservé du pied de page 4">
            <a:extLst>
              <a:ext uri="{FF2B5EF4-FFF2-40B4-BE49-F238E27FC236}">
                <a16:creationId xmlns:a16="http://schemas.microsoft.com/office/drawing/2014/main" id="{53CA1E78-F17D-F34D-9F81-0DBF44F3789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>
              <a:defRPr lang="fr-FR" sz="1200">
                <a:solidFill>
                  <a:schemeClr val="accent3"/>
                </a:solidFill>
                <a:latin typeface="+mn-lt"/>
              </a:defRPr>
            </a:lvl1pPr>
          </a:lstStyle>
          <a:p>
            <a:pPr rtl="0"/>
            <a:endParaRPr lang="fr-FR" dirty="0"/>
          </a:p>
        </p:txBody>
      </p:sp>
      <p:sp>
        <p:nvSpPr>
          <p:cNvPr id="12" name="Espace réservé du numéro de diapositive 5">
            <a:extLst>
              <a:ext uri="{FF2B5EF4-FFF2-40B4-BE49-F238E27FC236}">
                <a16:creationId xmlns:a16="http://schemas.microsoft.com/office/drawing/2014/main" id="{1FE54918-A625-F64F-A42E-A427E9B2D48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153276" y="6356350"/>
            <a:ext cx="1657723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r">
              <a:defRPr lang="fr-FR" sz="1200">
                <a:solidFill>
                  <a:schemeClr val="accent2"/>
                </a:solidFill>
                <a:latin typeface="+mn-lt"/>
              </a:defRPr>
            </a:lvl1pPr>
          </a:lstStyle>
          <a:p>
            <a:pPr rtl="0"/>
            <a:fld id="{294A09A9-5501-47C1-A89A-A340965A2BE2}" type="slidenum">
              <a:rPr lang="fr-FR" smtClean="0"/>
              <a:pPr/>
              <a:t>‹N°›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76784350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re et 2 contenus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e 5">
            <a:extLst>
              <a:ext uri="{FF2B5EF4-FFF2-40B4-BE49-F238E27FC236}">
                <a16:creationId xmlns:a16="http://schemas.microsoft.com/office/drawing/2014/main" id="{1A0E8D4A-B13C-C7EE-5E27-278124A1276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1" y="1"/>
            <a:ext cx="12191999" cy="6857999"/>
            <a:chOff x="1" y="1"/>
            <a:chExt cx="12191999" cy="6857999"/>
          </a:xfrm>
        </p:grpSpPr>
        <p:sp>
          <p:nvSpPr>
            <p:cNvPr id="4" name="Forme libre 3">
              <a:extLst>
                <a:ext uri="{FF2B5EF4-FFF2-40B4-BE49-F238E27FC236}">
                  <a16:creationId xmlns:a16="http://schemas.microsoft.com/office/drawing/2014/main" id="{6A7F6A3F-E1DD-A246-9A6D-5F9B18BA2588}"/>
                </a:ext>
              </a:extLst>
            </p:cNvPr>
            <p:cNvSpPr/>
            <p:nvPr userDrawn="1"/>
          </p:nvSpPr>
          <p:spPr>
            <a:xfrm flipH="1">
              <a:off x="8580896" y="1"/>
              <a:ext cx="3611104" cy="3611104"/>
            </a:xfrm>
            <a:custGeom>
              <a:avLst/>
              <a:gdLst>
                <a:gd name="connsiteX0" fmla="*/ 0 w 1167493"/>
                <a:gd name="connsiteY0" fmla="*/ 0 h 1167493"/>
                <a:gd name="connsiteX1" fmla="*/ 1167493 w 1167493"/>
                <a:gd name="connsiteY1" fmla="*/ 0 h 1167493"/>
                <a:gd name="connsiteX2" fmla="*/ 0 w 1167493"/>
                <a:gd name="connsiteY2" fmla="*/ 1167493 h 1167493"/>
                <a:gd name="connsiteX3" fmla="*/ 0 w 1167493"/>
                <a:gd name="connsiteY3" fmla="*/ 0 h 11674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67493" h="1167493">
                  <a:moveTo>
                    <a:pt x="0" y="0"/>
                  </a:moveTo>
                  <a:lnTo>
                    <a:pt x="1167493" y="0"/>
                  </a:lnTo>
                  <a:cubicBezTo>
                    <a:pt x="522704" y="0"/>
                    <a:pt x="0" y="522704"/>
                    <a:pt x="0" y="1167493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>
              <a:defPPr>
                <a:defRPr lang="fr-FR"/>
              </a:defPPr>
            </a:lstStyle>
            <a:p>
              <a:pPr algn="ctr" rtl="0"/>
              <a:endParaRPr lang="fr-FR" dirty="0"/>
            </a:p>
          </p:txBody>
        </p:sp>
        <p:sp>
          <p:nvSpPr>
            <p:cNvPr id="5" name="Forme libre 4">
              <a:extLst>
                <a:ext uri="{FF2B5EF4-FFF2-40B4-BE49-F238E27FC236}">
                  <a16:creationId xmlns:a16="http://schemas.microsoft.com/office/drawing/2014/main" id="{055FD0FC-C8FF-6741-A364-A29CDC6F9495}"/>
                </a:ext>
              </a:extLst>
            </p:cNvPr>
            <p:cNvSpPr/>
            <p:nvPr userDrawn="1"/>
          </p:nvSpPr>
          <p:spPr>
            <a:xfrm rot="5400000" flipH="1">
              <a:off x="1" y="3246896"/>
              <a:ext cx="3611104" cy="3611104"/>
            </a:xfrm>
            <a:custGeom>
              <a:avLst/>
              <a:gdLst>
                <a:gd name="connsiteX0" fmla="*/ 0 w 1167493"/>
                <a:gd name="connsiteY0" fmla="*/ 0 h 1167493"/>
                <a:gd name="connsiteX1" fmla="*/ 1167493 w 1167493"/>
                <a:gd name="connsiteY1" fmla="*/ 1167493 h 1167493"/>
                <a:gd name="connsiteX2" fmla="*/ 0 w 1167493"/>
                <a:gd name="connsiteY2" fmla="*/ 1167493 h 1167493"/>
                <a:gd name="connsiteX3" fmla="*/ 0 w 1167493"/>
                <a:gd name="connsiteY3" fmla="*/ 0 h 11674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67493" h="1167493">
                  <a:moveTo>
                    <a:pt x="0" y="0"/>
                  </a:moveTo>
                  <a:cubicBezTo>
                    <a:pt x="0" y="644789"/>
                    <a:pt x="522704" y="1167493"/>
                    <a:pt x="1167493" y="1167493"/>
                  </a:cubicBezTo>
                  <a:lnTo>
                    <a:pt x="0" y="116749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>
              <a:defPPr>
                <a:defRPr lang="fr-FR"/>
              </a:defPPr>
            </a:lstStyle>
            <a:p>
              <a:pPr algn="ctr" rtl="0"/>
              <a:endParaRPr lang="fr-FR" dirty="0"/>
            </a:p>
          </p:txBody>
        </p:sp>
      </p:grpSp>
      <p:sp>
        <p:nvSpPr>
          <p:cNvPr id="2" name="Titre 1">
            <a:extLst>
              <a:ext uri="{FF2B5EF4-FFF2-40B4-BE49-F238E27FC236}">
                <a16:creationId xmlns:a16="http://schemas.microsoft.com/office/drawing/2014/main" id="{3CD97974-B93C-4C96-B3F6-F69E3D6DE6C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167492" y="69008"/>
            <a:ext cx="9779183" cy="1706563"/>
          </a:xfrm>
        </p:spPr>
        <p:txBody>
          <a:bodyPr rtlCol="0" anchor="b">
            <a:noAutofit/>
          </a:bodyPr>
          <a:lstStyle>
            <a:lvl1pPr>
              <a:defRPr lang="fr-FR" sz="4200" b="1">
                <a:solidFill>
                  <a:schemeClr val="bg1"/>
                </a:solidFill>
                <a:latin typeface="+mj-lt"/>
              </a:defRPr>
            </a:lvl1pPr>
          </a:lstStyle>
          <a:p>
            <a:pPr rtl="0"/>
            <a:r>
              <a:rPr lang="fr-FR"/>
              <a:t>Cliquez pour ajouter un titre</a:t>
            </a:r>
          </a:p>
        </p:txBody>
      </p:sp>
      <p:sp>
        <p:nvSpPr>
          <p:cNvPr id="14" name="Espace réservé du contenu 2">
            <a:extLst>
              <a:ext uri="{FF2B5EF4-FFF2-40B4-BE49-F238E27FC236}">
                <a16:creationId xmlns:a16="http://schemas.microsoft.com/office/drawing/2014/main" id="{926B296A-EB6A-9BE9-E813-B15C46524F4D}"/>
              </a:ext>
            </a:extLst>
          </p:cNvPr>
          <p:cNvSpPr>
            <a:spLocks noGrp="1"/>
          </p:cNvSpPr>
          <p:nvPr>
            <p:ph idx="12" hasCustomPrompt="1"/>
          </p:nvPr>
        </p:nvSpPr>
        <p:spPr>
          <a:xfrm>
            <a:off x="1167493" y="2023984"/>
            <a:ext cx="4663440" cy="3332832"/>
          </a:xfrm>
        </p:spPr>
        <p:txBody>
          <a:bodyPr rtlCol="0">
            <a:normAutofit/>
          </a:bodyPr>
          <a:lstStyle>
            <a:lvl1pPr marL="530352" indent="-530352">
              <a:spcBef>
                <a:spcPts val="1000"/>
              </a:spcBef>
              <a:buFont typeface="+mj-lt"/>
              <a:buAutoNum type="arabicPeriod"/>
              <a:defRPr lang="fr-FR" sz="2000">
                <a:solidFill>
                  <a:schemeClr val="bg1"/>
                </a:solidFill>
                <a:latin typeface="+mn-lt"/>
              </a:defRPr>
            </a:lvl1pPr>
            <a:lvl2pPr marL="1097280" indent="-530352">
              <a:spcBef>
                <a:spcPts val="1000"/>
              </a:spcBef>
              <a:buFont typeface="+mj-lt"/>
              <a:buAutoNum type="alphaLcPeriod"/>
              <a:defRPr lang="fr-FR" sz="2000">
                <a:solidFill>
                  <a:schemeClr val="bg1"/>
                </a:solidFill>
                <a:latin typeface="+mn-lt"/>
              </a:defRPr>
            </a:lvl2pPr>
            <a:lvl3pPr marL="1645920" indent="-530352">
              <a:spcBef>
                <a:spcPts val="1000"/>
              </a:spcBef>
              <a:buFont typeface="+mj-lt"/>
              <a:buAutoNum type="arabicParenR"/>
              <a:defRPr lang="fr-FR" sz="2000">
                <a:solidFill>
                  <a:schemeClr val="bg1"/>
                </a:solidFill>
                <a:latin typeface="+mn-lt"/>
              </a:defRPr>
            </a:lvl3pPr>
            <a:lvl4pPr marL="1920240" indent="-530352">
              <a:spcBef>
                <a:spcPts val="1000"/>
              </a:spcBef>
              <a:buFont typeface="+mj-lt"/>
              <a:buAutoNum type="alphaLcParenR"/>
              <a:defRPr lang="fr-FR" sz="2000">
                <a:solidFill>
                  <a:schemeClr val="bg1"/>
                </a:solidFill>
                <a:latin typeface="+mn-lt"/>
              </a:defRPr>
            </a:lvl4pPr>
            <a:lvl5pPr marL="2560320" indent="-514350">
              <a:spcBef>
                <a:spcPts val="1000"/>
              </a:spcBef>
              <a:buFont typeface="+mj-lt"/>
              <a:buAutoNum type="romanLcPeriod"/>
              <a:defRPr lang="fr-FR" sz="2000">
                <a:solidFill>
                  <a:schemeClr val="bg1"/>
                </a:solidFill>
                <a:latin typeface="+mn-lt"/>
              </a:defRPr>
            </a:lvl5pPr>
          </a:lstStyle>
          <a:p>
            <a:pPr lvl="0" rtl="0"/>
            <a:r>
              <a:rPr lang="fr-FR"/>
              <a:t>Cliquer pour ajouter du texte</a:t>
            </a:r>
          </a:p>
          <a:p>
            <a:pPr lvl="1" rtl="0"/>
            <a:r>
              <a:rPr lang="fr-FR"/>
              <a:t>Deuxième niveau</a:t>
            </a:r>
          </a:p>
          <a:p>
            <a:pPr lvl="2" rtl="0"/>
            <a:r>
              <a:rPr lang="fr-FR"/>
              <a:t>Troisième niveau</a:t>
            </a:r>
          </a:p>
          <a:p>
            <a:pPr lvl="3" rtl="0"/>
            <a:r>
              <a:rPr lang="fr-FR"/>
              <a:t>Quatrième niveau</a:t>
            </a:r>
          </a:p>
          <a:p>
            <a:pPr lvl="4" rtl="0"/>
            <a:r>
              <a:rPr lang="fr-FR"/>
              <a:t>Cinquième niveau</a:t>
            </a:r>
          </a:p>
        </p:txBody>
      </p:sp>
      <p:sp>
        <p:nvSpPr>
          <p:cNvPr id="9" name="Espace réservé du contenu 2">
            <a:extLst>
              <a:ext uri="{FF2B5EF4-FFF2-40B4-BE49-F238E27FC236}">
                <a16:creationId xmlns:a16="http://schemas.microsoft.com/office/drawing/2014/main" id="{9435B7D5-E7F8-1267-8942-3C97BE836B98}"/>
              </a:ext>
            </a:extLst>
          </p:cNvPr>
          <p:cNvSpPr>
            <a:spLocks noGrp="1"/>
          </p:cNvSpPr>
          <p:nvPr>
            <p:ph idx="11" hasCustomPrompt="1"/>
          </p:nvPr>
        </p:nvSpPr>
        <p:spPr>
          <a:xfrm>
            <a:off x="6283235" y="2023984"/>
            <a:ext cx="4663440" cy="3332832"/>
          </a:xfrm>
        </p:spPr>
        <p:txBody>
          <a:bodyPr rtlCol="0">
            <a:normAutofit/>
          </a:bodyPr>
          <a:lstStyle>
            <a:lvl1pPr marL="0" indent="0">
              <a:spcBef>
                <a:spcPts val="1000"/>
              </a:spcBef>
              <a:buFont typeface="Arial" panose="020B0604020202020204" pitchFamily="34" charset="0"/>
              <a:buNone/>
              <a:defRPr lang="fr-FR" sz="2000">
                <a:solidFill>
                  <a:schemeClr val="bg1"/>
                </a:solidFill>
                <a:latin typeface="+mn-lt"/>
              </a:defRPr>
            </a:lvl1pPr>
            <a:lvl2pPr marL="283464" indent="-283464">
              <a:spcBef>
                <a:spcPts val="1000"/>
              </a:spcBef>
              <a:buFont typeface="Arial" panose="020B0604020202020204" pitchFamily="34" charset="0"/>
              <a:buChar char="•"/>
              <a:defRPr lang="fr-FR" sz="2000">
                <a:solidFill>
                  <a:schemeClr val="bg1"/>
                </a:solidFill>
                <a:latin typeface="+mn-lt"/>
              </a:defRPr>
            </a:lvl2pPr>
            <a:lvl3pPr marL="566928" indent="-283464">
              <a:spcBef>
                <a:spcPts val="1000"/>
              </a:spcBef>
              <a:buFont typeface="Arial" panose="020B0604020202020204" pitchFamily="34" charset="0"/>
              <a:buChar char="•"/>
              <a:defRPr lang="fr-FR" sz="2000">
                <a:solidFill>
                  <a:schemeClr val="bg1"/>
                </a:solidFill>
                <a:latin typeface="+mn-lt"/>
              </a:defRPr>
            </a:lvl3pPr>
            <a:lvl4pPr marL="850392" indent="-283464">
              <a:spcBef>
                <a:spcPts val="1000"/>
              </a:spcBef>
              <a:buFont typeface="Arial" panose="020B0604020202020204" pitchFamily="34" charset="0"/>
              <a:buChar char="•"/>
              <a:defRPr lang="fr-FR" sz="2000">
                <a:solidFill>
                  <a:schemeClr val="bg1"/>
                </a:solidFill>
                <a:latin typeface="+mn-lt"/>
              </a:defRPr>
            </a:lvl4pPr>
            <a:lvl5pPr marL="1133856" indent="-283464">
              <a:spcBef>
                <a:spcPts val="1000"/>
              </a:spcBef>
              <a:buFont typeface="Arial" panose="020B0604020202020204" pitchFamily="34" charset="0"/>
              <a:buChar char="•"/>
              <a:defRPr lang="fr-FR" sz="2000">
                <a:solidFill>
                  <a:schemeClr val="bg1"/>
                </a:solidFill>
                <a:latin typeface="+mn-lt"/>
              </a:defRPr>
            </a:lvl5pPr>
          </a:lstStyle>
          <a:p>
            <a:pPr lvl="0" rtl="0"/>
            <a:r>
              <a:rPr lang="fr-FR"/>
              <a:t>Cliquer pour ajouter du texte</a:t>
            </a:r>
          </a:p>
          <a:p>
            <a:pPr lvl="1" rtl="0"/>
            <a:r>
              <a:rPr lang="fr-FR"/>
              <a:t>Deuxième niveau</a:t>
            </a:r>
          </a:p>
          <a:p>
            <a:pPr lvl="2" rtl="0"/>
            <a:r>
              <a:rPr lang="fr-FR"/>
              <a:t>Troisième niveau</a:t>
            </a:r>
          </a:p>
          <a:p>
            <a:pPr lvl="3" rtl="0"/>
            <a:r>
              <a:rPr lang="fr-FR"/>
              <a:t>Quatrième niveau</a:t>
            </a:r>
          </a:p>
          <a:p>
            <a:pPr lvl="4" rtl="0"/>
            <a:r>
              <a:rPr lang="fr-FR"/>
              <a:t>Cinquième niveau</a:t>
            </a:r>
          </a:p>
        </p:txBody>
      </p:sp>
      <p:sp>
        <p:nvSpPr>
          <p:cNvPr id="10" name="Espace réservé de la date 3">
            <a:extLst>
              <a:ext uri="{FF2B5EF4-FFF2-40B4-BE49-F238E27FC236}">
                <a16:creationId xmlns:a16="http://schemas.microsoft.com/office/drawing/2014/main" id="{7536C149-3EFE-A94E-902D-57CED00B2C0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81000" y="6356350"/>
            <a:ext cx="1701018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>
              <a:defRPr lang="fr-FR" sz="1200">
                <a:solidFill>
                  <a:schemeClr val="accent3"/>
                </a:solidFill>
                <a:latin typeface="+mn-lt"/>
              </a:defRPr>
            </a:lvl1pPr>
          </a:lstStyle>
          <a:p>
            <a:pPr rtl="0"/>
            <a:r>
              <a:rPr lang="fr-FR" dirty="0"/>
              <a:t>08/09/20XX</a:t>
            </a:r>
          </a:p>
        </p:txBody>
      </p:sp>
      <p:sp>
        <p:nvSpPr>
          <p:cNvPr id="11" name="Espace réservé du pied de page 4">
            <a:extLst>
              <a:ext uri="{FF2B5EF4-FFF2-40B4-BE49-F238E27FC236}">
                <a16:creationId xmlns:a16="http://schemas.microsoft.com/office/drawing/2014/main" id="{53CA1E78-F17D-F34D-9F81-0DBF44F3789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>
              <a:defRPr lang="fr-FR" sz="1200">
                <a:solidFill>
                  <a:schemeClr val="accent2"/>
                </a:solidFill>
                <a:latin typeface="+mn-lt"/>
              </a:defRPr>
            </a:lvl1pPr>
          </a:lstStyle>
          <a:p>
            <a:pPr rtl="0"/>
            <a:endParaRPr lang="fr-FR" dirty="0"/>
          </a:p>
        </p:txBody>
      </p:sp>
      <p:sp>
        <p:nvSpPr>
          <p:cNvPr id="12" name="Espace réservé du numéro de diapositive 5">
            <a:extLst>
              <a:ext uri="{FF2B5EF4-FFF2-40B4-BE49-F238E27FC236}">
                <a16:creationId xmlns:a16="http://schemas.microsoft.com/office/drawing/2014/main" id="{1FE54918-A625-F64F-A42E-A427E9B2D48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153276" y="6356350"/>
            <a:ext cx="1657723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r">
              <a:defRPr lang="fr-FR" sz="1200">
                <a:solidFill>
                  <a:schemeClr val="accent2"/>
                </a:solidFill>
                <a:latin typeface="+mn-lt"/>
              </a:defRPr>
            </a:lvl1pPr>
          </a:lstStyle>
          <a:p>
            <a:pPr rtl="0"/>
            <a:fld id="{294A09A9-5501-47C1-A89A-A340965A2BE2}" type="slidenum">
              <a:rPr lang="fr-FR" smtClean="0"/>
              <a:pPr/>
              <a:t>‹N°›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402042663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Graphique 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e 8">
            <a:extLst>
              <a:ext uri="{FF2B5EF4-FFF2-40B4-BE49-F238E27FC236}">
                <a16:creationId xmlns:a16="http://schemas.microsoft.com/office/drawing/2014/main" id="{ABA2A58C-57B7-834C-8F5C-3299322411B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 rot="16200000">
            <a:off x="10772262" y="152641"/>
            <a:ext cx="1572380" cy="1267097"/>
            <a:chOff x="7413403" y="4976359"/>
            <a:chExt cx="2334986" cy="1881641"/>
          </a:xfrm>
        </p:grpSpPr>
        <p:sp>
          <p:nvSpPr>
            <p:cNvPr id="13" name="Forme libre 12">
              <a:extLst>
                <a:ext uri="{FF2B5EF4-FFF2-40B4-BE49-F238E27FC236}">
                  <a16:creationId xmlns:a16="http://schemas.microsoft.com/office/drawing/2014/main" id="{801D8067-144A-FE48-AF1E-529B662DCAD3}"/>
                </a:ext>
              </a:extLst>
            </p:cNvPr>
            <p:cNvSpPr/>
            <p:nvPr userDrawn="1"/>
          </p:nvSpPr>
          <p:spPr>
            <a:xfrm rot="5400000" flipH="1" flipV="1">
              <a:off x="8223822" y="5333433"/>
              <a:ext cx="1881641" cy="1167493"/>
            </a:xfrm>
            <a:custGeom>
              <a:avLst/>
              <a:gdLst>
                <a:gd name="connsiteX0" fmla="*/ 1881641 w 1881641"/>
                <a:gd name="connsiteY0" fmla="*/ 1167473 h 1167493"/>
                <a:gd name="connsiteX1" fmla="*/ 1881641 w 1881641"/>
                <a:gd name="connsiteY1" fmla="*/ 1167493 h 1167493"/>
                <a:gd name="connsiteX2" fmla="*/ 1167493 w 1881641"/>
                <a:gd name="connsiteY2" fmla="*/ 1167493 h 1167493"/>
                <a:gd name="connsiteX3" fmla="*/ 0 w 1881641"/>
                <a:gd name="connsiteY3" fmla="*/ 0 h 1167493"/>
                <a:gd name="connsiteX4" fmla="*/ 714149 w 1881641"/>
                <a:gd name="connsiteY4" fmla="*/ 0 h 1167493"/>
                <a:gd name="connsiteX5" fmla="*/ 1875614 w 1881641"/>
                <a:gd name="connsiteY5" fmla="*/ 1048124 h 1167493"/>
                <a:gd name="connsiteX6" fmla="*/ 1881641 w 1881641"/>
                <a:gd name="connsiteY6" fmla="*/ 1167473 h 11674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881641" h="1167493">
                  <a:moveTo>
                    <a:pt x="1881641" y="1167473"/>
                  </a:moveTo>
                  <a:lnTo>
                    <a:pt x="1881641" y="1167493"/>
                  </a:lnTo>
                  <a:lnTo>
                    <a:pt x="1167493" y="1167493"/>
                  </a:lnTo>
                  <a:cubicBezTo>
                    <a:pt x="522704" y="1167493"/>
                    <a:pt x="0" y="644789"/>
                    <a:pt x="0" y="0"/>
                  </a:cubicBezTo>
                  <a:lnTo>
                    <a:pt x="714149" y="0"/>
                  </a:lnTo>
                  <a:cubicBezTo>
                    <a:pt x="1318639" y="0"/>
                    <a:pt x="1815827" y="459408"/>
                    <a:pt x="1875614" y="1048124"/>
                  </a:cubicBezTo>
                  <a:lnTo>
                    <a:pt x="1881641" y="1167473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>
              <a:defPPr>
                <a:defRPr lang="fr-FR"/>
              </a:defPPr>
            </a:lstStyle>
            <a:p>
              <a:pPr algn="ctr" rtl="0"/>
              <a:endParaRPr lang="fr-FR" dirty="0"/>
            </a:p>
          </p:txBody>
        </p:sp>
        <p:sp>
          <p:nvSpPr>
            <p:cNvPr id="14" name="Forme libre 13">
              <a:extLst>
                <a:ext uri="{FF2B5EF4-FFF2-40B4-BE49-F238E27FC236}">
                  <a16:creationId xmlns:a16="http://schemas.microsoft.com/office/drawing/2014/main" id="{2ECA7D87-C78C-C140-AA28-C0FB20209045}"/>
                </a:ext>
              </a:extLst>
            </p:cNvPr>
            <p:cNvSpPr/>
            <p:nvPr userDrawn="1"/>
          </p:nvSpPr>
          <p:spPr>
            <a:xfrm rot="16200000" flipV="1">
              <a:off x="7056329" y="5333433"/>
              <a:ext cx="1881641" cy="1167493"/>
            </a:xfrm>
            <a:custGeom>
              <a:avLst/>
              <a:gdLst>
                <a:gd name="connsiteX0" fmla="*/ 1881641 w 1881641"/>
                <a:gd name="connsiteY0" fmla="*/ 1167473 h 1167493"/>
                <a:gd name="connsiteX1" fmla="*/ 1881641 w 1881641"/>
                <a:gd name="connsiteY1" fmla="*/ 1167493 h 1167493"/>
                <a:gd name="connsiteX2" fmla="*/ 1167493 w 1881641"/>
                <a:gd name="connsiteY2" fmla="*/ 1167493 h 1167493"/>
                <a:gd name="connsiteX3" fmla="*/ 0 w 1881641"/>
                <a:gd name="connsiteY3" fmla="*/ 0 h 1167493"/>
                <a:gd name="connsiteX4" fmla="*/ 714149 w 1881641"/>
                <a:gd name="connsiteY4" fmla="*/ 0 h 1167493"/>
                <a:gd name="connsiteX5" fmla="*/ 1875614 w 1881641"/>
                <a:gd name="connsiteY5" fmla="*/ 1048124 h 1167493"/>
                <a:gd name="connsiteX6" fmla="*/ 1881641 w 1881641"/>
                <a:gd name="connsiteY6" fmla="*/ 1167473 h 11674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881641" h="1167493">
                  <a:moveTo>
                    <a:pt x="1881641" y="1167473"/>
                  </a:moveTo>
                  <a:lnTo>
                    <a:pt x="1881641" y="1167493"/>
                  </a:lnTo>
                  <a:lnTo>
                    <a:pt x="1167493" y="1167493"/>
                  </a:lnTo>
                  <a:cubicBezTo>
                    <a:pt x="522704" y="1167493"/>
                    <a:pt x="0" y="644789"/>
                    <a:pt x="0" y="0"/>
                  </a:cubicBezTo>
                  <a:lnTo>
                    <a:pt x="714149" y="0"/>
                  </a:lnTo>
                  <a:cubicBezTo>
                    <a:pt x="1318639" y="0"/>
                    <a:pt x="1815827" y="459408"/>
                    <a:pt x="1875614" y="1048124"/>
                  </a:cubicBezTo>
                  <a:lnTo>
                    <a:pt x="1881641" y="1167473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>
              <a:defPPr>
                <a:defRPr lang="fr-FR"/>
              </a:defPPr>
            </a:lstStyle>
            <a:p>
              <a:pPr algn="ctr" rtl="0"/>
              <a:endParaRPr lang="fr-FR" dirty="0"/>
            </a:p>
          </p:txBody>
        </p:sp>
      </p:grpSp>
      <p:sp>
        <p:nvSpPr>
          <p:cNvPr id="2" name="Titre 1">
            <a:extLst>
              <a:ext uri="{FF2B5EF4-FFF2-40B4-BE49-F238E27FC236}">
                <a16:creationId xmlns:a16="http://schemas.microsoft.com/office/drawing/2014/main" id="{3CD97974-B93C-4C96-B3F6-F69E3D6DE6C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167492" y="136526"/>
            <a:ext cx="9779183" cy="1570038"/>
          </a:xfrm>
        </p:spPr>
        <p:txBody>
          <a:bodyPr rtlCol="0" anchor="b">
            <a:noAutofit/>
          </a:bodyPr>
          <a:lstStyle>
            <a:lvl1pPr>
              <a:defRPr lang="fr-FR" sz="4200" b="1">
                <a:latin typeface="+mj-lt"/>
              </a:defRPr>
            </a:lvl1pPr>
          </a:lstStyle>
          <a:p>
            <a:pPr rtl="0"/>
            <a:r>
              <a:rPr lang="fr-FR"/>
              <a:t>Cliquez pour ajouter un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8A6FC6F2-80B4-49A7-9448-33FE2DF0E967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1167493" y="2084832"/>
            <a:ext cx="9779182" cy="3366813"/>
          </a:xfrm>
        </p:spPr>
        <p:txBody>
          <a:bodyPr rtlCol="0">
            <a:noAutofit/>
          </a:bodyPr>
          <a:lstStyle>
            <a:lvl1pPr marL="0" indent="0">
              <a:buNone/>
              <a:defRPr lang="fr-FR">
                <a:latin typeface="+mn-lt"/>
              </a:defRPr>
            </a:lvl1pPr>
            <a:lvl2pPr marL="457200" indent="0">
              <a:buNone/>
              <a:defRPr lang="fr-FR">
                <a:latin typeface="+mn-lt"/>
              </a:defRPr>
            </a:lvl2pPr>
            <a:lvl3pPr marL="914400" indent="0">
              <a:buNone/>
              <a:defRPr lang="fr-FR">
                <a:latin typeface="+mn-lt"/>
              </a:defRPr>
            </a:lvl3pPr>
            <a:lvl4pPr marL="1371600" indent="0">
              <a:buNone/>
              <a:defRPr lang="fr-FR">
                <a:latin typeface="+mn-lt"/>
              </a:defRPr>
            </a:lvl4pPr>
            <a:lvl5pPr marL="1828800" indent="0">
              <a:buNone/>
              <a:defRPr lang="fr-FR">
                <a:latin typeface="+mn-lt"/>
              </a:defRPr>
            </a:lvl5pPr>
          </a:lstStyle>
          <a:p>
            <a:pPr lvl="0" rtl="0"/>
            <a:r>
              <a:rPr lang="fr-FR"/>
              <a:t>Cliquer pour ajouter du texte</a:t>
            </a:r>
          </a:p>
          <a:p>
            <a:pPr lvl="1" rtl="0"/>
            <a:r>
              <a:rPr lang="fr-FR"/>
              <a:t>Deuxième niveau</a:t>
            </a:r>
          </a:p>
          <a:p>
            <a:pPr lvl="2" rtl="0"/>
            <a:r>
              <a:rPr lang="fr-FR"/>
              <a:t>Troisième niveau</a:t>
            </a:r>
          </a:p>
          <a:p>
            <a:pPr lvl="3" rtl="0"/>
            <a:r>
              <a:rPr lang="fr-FR"/>
              <a:t>Quatrième niveau</a:t>
            </a:r>
          </a:p>
          <a:p>
            <a:pPr lvl="4" rtl="0"/>
            <a:r>
              <a:rPr lang="fr-FR"/>
              <a:t>Cinquième niveau</a:t>
            </a:r>
          </a:p>
        </p:txBody>
      </p:sp>
      <p:sp>
        <p:nvSpPr>
          <p:cNvPr id="10" name="Espace réservé de la date 3">
            <a:extLst>
              <a:ext uri="{FF2B5EF4-FFF2-40B4-BE49-F238E27FC236}">
                <a16:creationId xmlns:a16="http://schemas.microsoft.com/office/drawing/2014/main" id="{7536C149-3EFE-A94E-902D-57CED00B2C0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81000" y="6356350"/>
            <a:ext cx="1701018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>
              <a:defRPr lang="fr-FR" sz="1200">
                <a:solidFill>
                  <a:schemeClr val="accent3"/>
                </a:solidFill>
                <a:latin typeface="+mn-lt"/>
              </a:defRPr>
            </a:lvl1pPr>
          </a:lstStyle>
          <a:p>
            <a:pPr rtl="0"/>
            <a:r>
              <a:rPr lang="fr-FR" dirty="0"/>
              <a:t>08/09/20XX</a:t>
            </a:r>
          </a:p>
        </p:txBody>
      </p:sp>
      <p:sp>
        <p:nvSpPr>
          <p:cNvPr id="11" name="Espace réservé du pied de page 4">
            <a:extLst>
              <a:ext uri="{FF2B5EF4-FFF2-40B4-BE49-F238E27FC236}">
                <a16:creationId xmlns:a16="http://schemas.microsoft.com/office/drawing/2014/main" id="{53CA1E78-F17D-F34D-9F81-0DBF44F3789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>
              <a:defRPr lang="fr-FR" sz="1200">
                <a:solidFill>
                  <a:schemeClr val="accent3"/>
                </a:solidFill>
                <a:latin typeface="+mn-lt"/>
              </a:defRPr>
            </a:lvl1pPr>
          </a:lstStyle>
          <a:p>
            <a:pPr rtl="0"/>
            <a:endParaRPr lang="fr-FR" dirty="0"/>
          </a:p>
        </p:txBody>
      </p:sp>
      <p:sp>
        <p:nvSpPr>
          <p:cNvPr id="12" name="Espace réservé du numéro de diapositive 5">
            <a:extLst>
              <a:ext uri="{FF2B5EF4-FFF2-40B4-BE49-F238E27FC236}">
                <a16:creationId xmlns:a16="http://schemas.microsoft.com/office/drawing/2014/main" id="{1FE54918-A625-F64F-A42E-A427E9B2D48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153276" y="6356350"/>
            <a:ext cx="1657723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r">
              <a:defRPr lang="fr-FR" sz="1200">
                <a:solidFill>
                  <a:schemeClr val="accent3"/>
                </a:solidFill>
                <a:latin typeface="+mn-lt"/>
              </a:defRPr>
            </a:lvl1pPr>
          </a:lstStyle>
          <a:p>
            <a:pPr rtl="0"/>
            <a:fld id="{294A09A9-5501-47C1-A89A-A340965A2BE2}" type="slidenum">
              <a:rPr lang="fr-FR" smtClean="0"/>
              <a:pPr/>
              <a:t>‹N°›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319094516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fi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e 4">
            <a:extLst>
              <a:ext uri="{FF2B5EF4-FFF2-40B4-BE49-F238E27FC236}">
                <a16:creationId xmlns:a16="http://schemas.microsoft.com/office/drawing/2014/main" id="{78AD52EA-B01E-8D38-D87A-BF7EB5B58A8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0" y="-1"/>
            <a:ext cx="12192001" cy="6864796"/>
            <a:chOff x="0" y="-1"/>
            <a:chExt cx="12192001" cy="6864796"/>
          </a:xfrm>
        </p:grpSpPr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9AC79249-FDC0-364D-A734-AE1DE1605D28}"/>
                </a:ext>
              </a:extLst>
            </p:cNvPr>
            <p:cNvSpPr/>
            <p:nvPr userDrawn="1"/>
          </p:nvSpPr>
          <p:spPr>
            <a:xfrm>
              <a:off x="8264426" y="0"/>
              <a:ext cx="3927574" cy="68580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fr-FR"/>
              </a:defPPr>
            </a:lstStyle>
            <a:p>
              <a:pPr algn="ctr" rtl="0"/>
              <a:endParaRPr lang="fr-FR" dirty="0"/>
            </a:p>
          </p:txBody>
        </p:sp>
        <p:grpSp>
          <p:nvGrpSpPr>
            <p:cNvPr id="6" name="Groupe 5">
              <a:extLst>
                <a:ext uri="{FF2B5EF4-FFF2-40B4-BE49-F238E27FC236}">
                  <a16:creationId xmlns:a16="http://schemas.microsoft.com/office/drawing/2014/main" id="{F15FBB50-09C8-B64E-AE57-67C5E70810CB}"/>
                </a:ext>
              </a:extLst>
            </p:cNvPr>
            <p:cNvGrpSpPr/>
            <p:nvPr userDrawn="1"/>
          </p:nvGrpSpPr>
          <p:grpSpPr>
            <a:xfrm>
              <a:off x="8264427" y="3685939"/>
              <a:ext cx="3927573" cy="3178856"/>
              <a:chOff x="9857014" y="13834"/>
              <a:chExt cx="2334986" cy="1881641"/>
            </a:xfrm>
          </p:grpSpPr>
          <p:sp>
            <p:nvSpPr>
              <p:cNvPr id="15" name="Forme libre 14">
                <a:extLst>
                  <a:ext uri="{FF2B5EF4-FFF2-40B4-BE49-F238E27FC236}">
                    <a16:creationId xmlns:a16="http://schemas.microsoft.com/office/drawing/2014/main" id="{EFBF1E52-11FA-DC48-B7AD-75734232FFE8}"/>
                  </a:ext>
                </a:extLst>
              </p:cNvPr>
              <p:cNvSpPr/>
              <p:nvPr userDrawn="1"/>
            </p:nvSpPr>
            <p:spPr>
              <a:xfrm rot="5400000" flipH="1" flipV="1">
                <a:off x="10667433" y="370908"/>
                <a:ext cx="1881641" cy="1167493"/>
              </a:xfrm>
              <a:custGeom>
                <a:avLst/>
                <a:gdLst>
                  <a:gd name="connsiteX0" fmla="*/ 1881641 w 1881641"/>
                  <a:gd name="connsiteY0" fmla="*/ 1167473 h 1167493"/>
                  <a:gd name="connsiteX1" fmla="*/ 1881641 w 1881641"/>
                  <a:gd name="connsiteY1" fmla="*/ 1167493 h 1167493"/>
                  <a:gd name="connsiteX2" fmla="*/ 1167493 w 1881641"/>
                  <a:gd name="connsiteY2" fmla="*/ 1167493 h 1167493"/>
                  <a:gd name="connsiteX3" fmla="*/ 0 w 1881641"/>
                  <a:gd name="connsiteY3" fmla="*/ 0 h 1167493"/>
                  <a:gd name="connsiteX4" fmla="*/ 714149 w 1881641"/>
                  <a:gd name="connsiteY4" fmla="*/ 0 h 1167493"/>
                  <a:gd name="connsiteX5" fmla="*/ 1875614 w 1881641"/>
                  <a:gd name="connsiteY5" fmla="*/ 1048124 h 1167493"/>
                  <a:gd name="connsiteX6" fmla="*/ 1881641 w 1881641"/>
                  <a:gd name="connsiteY6" fmla="*/ 1167473 h 116749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881641" h="1167493">
                    <a:moveTo>
                      <a:pt x="1881641" y="1167473"/>
                    </a:moveTo>
                    <a:lnTo>
                      <a:pt x="1881641" y="1167493"/>
                    </a:lnTo>
                    <a:lnTo>
                      <a:pt x="1167493" y="1167493"/>
                    </a:lnTo>
                    <a:cubicBezTo>
                      <a:pt x="522704" y="1167493"/>
                      <a:pt x="0" y="644789"/>
                      <a:pt x="0" y="0"/>
                    </a:cubicBezTo>
                    <a:lnTo>
                      <a:pt x="714149" y="0"/>
                    </a:lnTo>
                    <a:cubicBezTo>
                      <a:pt x="1318639" y="0"/>
                      <a:pt x="1815827" y="459408"/>
                      <a:pt x="1875614" y="1048124"/>
                    </a:cubicBezTo>
                    <a:lnTo>
                      <a:pt x="1881641" y="1167473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>
                <a:defPPr>
                  <a:defRPr lang="fr-FR"/>
                </a:defPPr>
              </a:lstStyle>
              <a:p>
                <a:pPr algn="ctr" rtl="0"/>
                <a:endParaRPr lang="fr-FR" dirty="0"/>
              </a:p>
            </p:txBody>
          </p:sp>
          <p:sp>
            <p:nvSpPr>
              <p:cNvPr id="16" name="Forme libre 15">
                <a:extLst>
                  <a:ext uri="{FF2B5EF4-FFF2-40B4-BE49-F238E27FC236}">
                    <a16:creationId xmlns:a16="http://schemas.microsoft.com/office/drawing/2014/main" id="{4850B620-49F5-3748-84AF-682555D52792}"/>
                  </a:ext>
                </a:extLst>
              </p:cNvPr>
              <p:cNvSpPr/>
              <p:nvPr userDrawn="1"/>
            </p:nvSpPr>
            <p:spPr>
              <a:xfrm rot="16200000" flipV="1">
                <a:off x="9499940" y="370908"/>
                <a:ext cx="1881641" cy="1167493"/>
              </a:xfrm>
              <a:custGeom>
                <a:avLst/>
                <a:gdLst>
                  <a:gd name="connsiteX0" fmla="*/ 1881641 w 1881641"/>
                  <a:gd name="connsiteY0" fmla="*/ 1167473 h 1167493"/>
                  <a:gd name="connsiteX1" fmla="*/ 1881641 w 1881641"/>
                  <a:gd name="connsiteY1" fmla="*/ 1167493 h 1167493"/>
                  <a:gd name="connsiteX2" fmla="*/ 1167493 w 1881641"/>
                  <a:gd name="connsiteY2" fmla="*/ 1167493 h 1167493"/>
                  <a:gd name="connsiteX3" fmla="*/ 0 w 1881641"/>
                  <a:gd name="connsiteY3" fmla="*/ 0 h 1167493"/>
                  <a:gd name="connsiteX4" fmla="*/ 714149 w 1881641"/>
                  <a:gd name="connsiteY4" fmla="*/ 0 h 1167493"/>
                  <a:gd name="connsiteX5" fmla="*/ 1875614 w 1881641"/>
                  <a:gd name="connsiteY5" fmla="*/ 1048124 h 1167493"/>
                  <a:gd name="connsiteX6" fmla="*/ 1881641 w 1881641"/>
                  <a:gd name="connsiteY6" fmla="*/ 1167473 h 116749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881641" h="1167493">
                    <a:moveTo>
                      <a:pt x="1881641" y="1167473"/>
                    </a:moveTo>
                    <a:lnTo>
                      <a:pt x="1881641" y="1167493"/>
                    </a:lnTo>
                    <a:lnTo>
                      <a:pt x="1167493" y="1167493"/>
                    </a:lnTo>
                    <a:cubicBezTo>
                      <a:pt x="522704" y="1167493"/>
                      <a:pt x="0" y="644789"/>
                      <a:pt x="0" y="0"/>
                    </a:cubicBezTo>
                    <a:lnTo>
                      <a:pt x="714149" y="0"/>
                    </a:lnTo>
                    <a:cubicBezTo>
                      <a:pt x="1318639" y="0"/>
                      <a:pt x="1815827" y="459408"/>
                      <a:pt x="1875614" y="1048124"/>
                    </a:cubicBezTo>
                    <a:lnTo>
                      <a:pt x="1881641" y="1167473"/>
                    </a:lnTo>
                    <a:close/>
                  </a:path>
                </a:pathLst>
              </a:custGeom>
              <a:solidFill>
                <a:schemeClr val="tx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>
                <a:defPPr>
                  <a:defRPr lang="fr-FR"/>
                </a:defPPr>
              </a:lstStyle>
              <a:p>
                <a:pPr algn="ctr" rtl="0"/>
                <a:endParaRPr lang="fr-FR" dirty="0"/>
              </a:p>
            </p:txBody>
          </p:sp>
        </p:grpSp>
        <p:sp>
          <p:nvSpPr>
            <p:cNvPr id="22" name="Forme libre 21">
              <a:extLst>
                <a:ext uri="{FF2B5EF4-FFF2-40B4-BE49-F238E27FC236}">
                  <a16:creationId xmlns:a16="http://schemas.microsoft.com/office/drawing/2014/main" id="{BC68F289-2744-2F48-893A-3F17911625C8}"/>
                </a:ext>
              </a:extLst>
            </p:cNvPr>
            <p:cNvSpPr/>
            <p:nvPr userDrawn="1"/>
          </p:nvSpPr>
          <p:spPr>
            <a:xfrm>
              <a:off x="0" y="-1"/>
              <a:ext cx="1167493" cy="1167493"/>
            </a:xfrm>
            <a:custGeom>
              <a:avLst/>
              <a:gdLst>
                <a:gd name="connsiteX0" fmla="*/ 0 w 862693"/>
                <a:gd name="connsiteY0" fmla="*/ 0 h 862693"/>
                <a:gd name="connsiteX1" fmla="*/ 862693 w 862693"/>
                <a:gd name="connsiteY1" fmla="*/ 0 h 862693"/>
                <a:gd name="connsiteX2" fmla="*/ 0 w 862693"/>
                <a:gd name="connsiteY2" fmla="*/ 862693 h 862693"/>
                <a:gd name="connsiteX3" fmla="*/ 0 w 862693"/>
                <a:gd name="connsiteY3" fmla="*/ 0 h 8626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862693" h="862693">
                  <a:moveTo>
                    <a:pt x="0" y="0"/>
                  </a:moveTo>
                  <a:lnTo>
                    <a:pt x="862693" y="0"/>
                  </a:lnTo>
                  <a:cubicBezTo>
                    <a:pt x="862693" y="476453"/>
                    <a:pt x="476452" y="862693"/>
                    <a:pt x="0" y="862693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>
              <a:defPPr>
                <a:defRPr lang="fr-FR"/>
              </a:defPPr>
            </a:lstStyle>
            <a:p>
              <a:pPr algn="ctr" rtl="0"/>
              <a:endParaRPr lang="fr-FR" dirty="0"/>
            </a:p>
          </p:txBody>
        </p:sp>
        <p:sp>
          <p:nvSpPr>
            <p:cNvPr id="17" name="Forme libre 16">
              <a:extLst>
                <a:ext uri="{FF2B5EF4-FFF2-40B4-BE49-F238E27FC236}">
                  <a16:creationId xmlns:a16="http://schemas.microsoft.com/office/drawing/2014/main" id="{39563C76-BC00-DE47-88F5-C24D3CE3325A}"/>
                </a:ext>
              </a:extLst>
            </p:cNvPr>
            <p:cNvSpPr/>
            <p:nvPr userDrawn="1"/>
          </p:nvSpPr>
          <p:spPr>
            <a:xfrm>
              <a:off x="10228214" y="-1"/>
              <a:ext cx="1963787" cy="3178856"/>
            </a:xfrm>
            <a:custGeom>
              <a:avLst/>
              <a:gdLst>
                <a:gd name="connsiteX0" fmla="*/ 0 w 1963787"/>
                <a:gd name="connsiteY0" fmla="*/ 0 h 3178856"/>
                <a:gd name="connsiteX1" fmla="*/ 1963787 w 1963787"/>
                <a:gd name="connsiteY1" fmla="*/ 0 h 3178856"/>
                <a:gd name="connsiteX2" fmla="*/ 1963787 w 1963787"/>
                <a:gd name="connsiteY2" fmla="*/ 1967129 h 3178856"/>
                <a:gd name="connsiteX3" fmla="*/ 1963787 w 1963787"/>
                <a:gd name="connsiteY3" fmla="*/ 2349671 h 3178856"/>
                <a:gd name="connsiteX4" fmla="*/ 1963787 w 1963787"/>
                <a:gd name="connsiteY4" fmla="*/ 3178856 h 3178856"/>
                <a:gd name="connsiteX5" fmla="*/ 1963753 w 1963787"/>
                <a:gd name="connsiteY5" fmla="*/ 3178856 h 3178856"/>
                <a:gd name="connsiteX6" fmla="*/ 1763002 w 1963787"/>
                <a:gd name="connsiteY6" fmla="*/ 3168629 h 3178856"/>
                <a:gd name="connsiteX7" fmla="*/ 0 w 1963787"/>
                <a:gd name="connsiteY7" fmla="*/ 1197921 h 3178856"/>
                <a:gd name="connsiteX8" fmla="*/ 0 w 1963787"/>
                <a:gd name="connsiteY8" fmla="*/ 1039961 h 3178856"/>
                <a:gd name="connsiteX9" fmla="*/ 0 w 1963787"/>
                <a:gd name="connsiteY9" fmla="*/ 0 h 31788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963787" h="3178856">
                  <a:moveTo>
                    <a:pt x="0" y="0"/>
                  </a:moveTo>
                  <a:lnTo>
                    <a:pt x="1963787" y="0"/>
                  </a:lnTo>
                  <a:lnTo>
                    <a:pt x="1963787" y="1967129"/>
                  </a:lnTo>
                  <a:lnTo>
                    <a:pt x="1963787" y="2349671"/>
                  </a:lnTo>
                  <a:lnTo>
                    <a:pt x="1963787" y="3178856"/>
                  </a:lnTo>
                  <a:lnTo>
                    <a:pt x="1963753" y="3178856"/>
                  </a:lnTo>
                  <a:lnTo>
                    <a:pt x="1763002" y="3168629"/>
                  </a:lnTo>
                  <a:cubicBezTo>
                    <a:pt x="772749" y="3067186"/>
                    <a:pt x="0" y="2223585"/>
                    <a:pt x="0" y="1197921"/>
                  </a:cubicBezTo>
                  <a:lnTo>
                    <a:pt x="0" y="1039961"/>
                  </a:lnTo>
                  <a:lnTo>
                    <a:pt x="0" y="0"/>
                  </a:lnTo>
                  <a:close/>
                </a:path>
              </a:pathLst>
            </a:cu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>
              <a:defPPr>
                <a:defRPr lang="fr-FR"/>
              </a:defPPr>
            </a:lstStyle>
            <a:p>
              <a:pPr algn="ctr" rtl="0"/>
              <a:endParaRPr lang="fr-FR" dirty="0"/>
            </a:p>
          </p:txBody>
        </p:sp>
      </p:grpSp>
      <p:sp>
        <p:nvSpPr>
          <p:cNvPr id="2" name="Titre 1">
            <a:extLst>
              <a:ext uri="{FF2B5EF4-FFF2-40B4-BE49-F238E27FC236}">
                <a16:creationId xmlns:a16="http://schemas.microsoft.com/office/drawing/2014/main" id="{494248F2-5264-4601-AA0B-6C092F77F2DD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167494" y="252549"/>
            <a:ext cx="6220278" cy="3262811"/>
          </a:xfrm>
        </p:spPr>
        <p:txBody>
          <a:bodyPr rtlCol="0" anchor="b">
            <a:noAutofit/>
          </a:bodyPr>
          <a:lstStyle>
            <a:lvl1pPr algn="l">
              <a:defRPr lang="fr-FR" sz="6000" b="1">
                <a:latin typeface="+mj-lt"/>
              </a:defRPr>
            </a:lvl1pPr>
          </a:lstStyle>
          <a:p>
            <a:pPr rtl="0"/>
            <a:r>
              <a:rPr lang="fr-FR"/>
              <a:t>Cliquez pour ajouter un titre</a:t>
            </a:r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DCFB69D3-5632-4285-A209-9DCA67DA668C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1167493" y="3685939"/>
            <a:ext cx="6220277" cy="2919512"/>
          </a:xfrm>
        </p:spPr>
        <p:txBody>
          <a:bodyPr rtlCol="0" anchor="t" anchorCtr="0">
            <a:normAutofit/>
          </a:bodyPr>
          <a:lstStyle>
            <a:lvl1pPr marL="0" indent="0" algn="l">
              <a:buNone/>
              <a:defRPr lang="fr-FR" sz="2800">
                <a:latin typeface="+mn-lt"/>
              </a:defRPr>
            </a:lvl1pPr>
            <a:lvl2pPr marL="457200" indent="0" algn="ctr">
              <a:buNone/>
              <a:defRPr lang="fr-FR" sz="2000"/>
            </a:lvl2pPr>
            <a:lvl3pPr marL="914400" indent="0" algn="ctr">
              <a:buNone/>
              <a:defRPr lang="fr-FR" sz="1800"/>
            </a:lvl3pPr>
            <a:lvl4pPr marL="1371600" indent="0" algn="ctr">
              <a:buNone/>
              <a:defRPr lang="fr-FR" sz="1600"/>
            </a:lvl4pPr>
            <a:lvl5pPr marL="1828800" indent="0" algn="ctr">
              <a:buNone/>
              <a:defRPr lang="fr-FR" sz="1600"/>
            </a:lvl5pPr>
            <a:lvl6pPr marL="2286000" indent="0" algn="ctr">
              <a:buNone/>
              <a:defRPr lang="fr-FR" sz="1600"/>
            </a:lvl6pPr>
            <a:lvl7pPr marL="2743200" indent="0" algn="ctr">
              <a:buNone/>
              <a:defRPr lang="fr-FR" sz="1600"/>
            </a:lvl7pPr>
            <a:lvl8pPr marL="3200400" indent="0" algn="ctr">
              <a:buNone/>
              <a:defRPr lang="fr-FR" sz="1600"/>
            </a:lvl8pPr>
            <a:lvl9pPr marL="3657600" indent="0" algn="ctr">
              <a:buNone/>
              <a:defRPr lang="fr-FR" sz="1600"/>
            </a:lvl9pPr>
          </a:lstStyle>
          <a:p>
            <a:pPr lvl="0" rtl="0"/>
            <a:r>
              <a:rPr lang="fr-FR"/>
              <a:t>Cliquer pour ajouter du texte</a:t>
            </a:r>
          </a:p>
        </p:txBody>
      </p:sp>
    </p:spTree>
    <p:extLst>
      <p:ext uri="{BB962C8B-B14F-4D97-AF65-F5344CB8AC3E}">
        <p14:creationId xmlns:p14="http://schemas.microsoft.com/office/powerpoint/2010/main" val="254470690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10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>
            <a:extLst>
              <a:ext uri="{FF2B5EF4-FFF2-40B4-BE49-F238E27FC236}">
                <a16:creationId xmlns:a16="http://schemas.microsoft.com/office/drawing/2014/main" id="{9198F9AA-2C87-421D-97C1-B4248DFDC2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1000" y="381000"/>
            <a:ext cx="114300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defPPr>
              <a:defRPr lang="fr-FR"/>
            </a:defPPr>
          </a:lstStyle>
          <a:p>
            <a:pPr rtl="0"/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AE98FC63-C8D2-4CE6-A3F1-EE8ED24590C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81000" y="1825625"/>
            <a:ext cx="11430000" cy="435133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defPPr>
              <a:defRPr lang="fr-FR"/>
            </a:defPPr>
          </a:lstStyle>
          <a:p>
            <a:pPr lvl="0" rtl="0"/>
            <a:r>
              <a:rPr lang="fr-FR"/>
              <a:t>Modifiez les styles du texte</a:t>
            </a:r>
          </a:p>
          <a:p>
            <a:pPr lvl="1" rtl="0"/>
            <a:r>
              <a:rPr lang="fr-FR"/>
              <a:t>Deuxième niveau</a:t>
            </a:r>
          </a:p>
          <a:p>
            <a:pPr lvl="2" rtl="0"/>
            <a:r>
              <a:rPr lang="fr-FR"/>
              <a:t>Troisième niveau</a:t>
            </a:r>
          </a:p>
          <a:p>
            <a:pPr lvl="3" rtl="0"/>
            <a:r>
              <a:rPr lang="fr-FR"/>
              <a:t>Quatrième niveau</a:t>
            </a:r>
          </a:p>
          <a:p>
            <a:pPr lvl="4" rtl="0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EED77A09-15C2-4E47-948E-AACAFCA47D4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810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>
              <a:defRPr lang="fr-FR" sz="1200">
                <a:solidFill>
                  <a:schemeClr val="tx2"/>
                </a:solidFill>
                <a:latin typeface="+mn-lt"/>
              </a:defRPr>
            </a:lvl1pPr>
          </a:lstStyle>
          <a:p>
            <a:pPr rtl="0"/>
            <a:r>
              <a:rPr lang="fr-FR" dirty="0"/>
              <a:t>08/09/20XX</a:t>
            </a:r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60567522-C3B6-46EB-A361-BEC2510B00C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>
              <a:defRPr lang="fr-FR" sz="1200">
                <a:solidFill>
                  <a:schemeClr val="tx2"/>
                </a:solidFill>
                <a:latin typeface="+mn-lt"/>
              </a:defRPr>
            </a:lvl1pPr>
          </a:lstStyle>
          <a:p>
            <a:pPr rtl="0"/>
            <a:endParaRPr lang="fr-FR" dirty="0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CDC57CF0-034F-450D-937C-718D5AF1A05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0678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r">
              <a:defRPr lang="fr-FR" sz="1200">
                <a:solidFill>
                  <a:schemeClr val="tx2"/>
                </a:solidFill>
                <a:latin typeface="+mn-lt"/>
              </a:defRPr>
            </a:lvl1pPr>
          </a:lstStyle>
          <a:p>
            <a:pPr rtl="0"/>
            <a:fld id="{294A09A9-5501-47C1-A89A-A340965A2BE2}" type="slidenum">
              <a:rPr lang="fr-FR" smtClean="0"/>
              <a:pPr/>
              <a:t>‹N°›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17883539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73" r:id="rId3"/>
    <p:sldLayoutId id="2147483671" r:id="rId4"/>
    <p:sldLayoutId id="2147483659" r:id="rId5"/>
    <p:sldLayoutId id="2147483668" r:id="rId6"/>
    <p:sldLayoutId id="2147483669" r:id="rId7"/>
    <p:sldLayoutId id="2147483661" r:id="rId8"/>
    <p:sldLayoutId id="2147483666" r:id="rId9"/>
  </p:sldLayoutIdLst>
  <p:hf sldNum="0" hdr="0" ftr="0" dt="0"/>
  <p:txStyles>
    <p:titleStyle>
      <a:lvl1pPr algn="l" defTabSz="914400" rtl="0" eaLnBrk="1" latinLnBrk="0" hangingPunct="1">
        <a:lnSpc>
          <a:spcPct val="80000"/>
        </a:lnSpc>
        <a:spcBef>
          <a:spcPct val="0"/>
        </a:spcBef>
        <a:buNone/>
        <a:defRPr lang="fr-FR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lang="fr-FR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lang="fr-FR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lang="fr-FR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lang="fr-FR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lang="fr-FR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lang="fr-FR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lang="fr-FR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lang="fr-FR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lang="fr-FR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lang="fr-FR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lang="fr-FR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lang="fr-FR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lang="fr-FR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lang="fr-FR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lang="fr-FR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lang="fr-FR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lang="fr-FR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lang="fr-FR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  <p15:guide id="3" pos="240" userDrawn="1">
          <p15:clr>
            <a:srgbClr val="547EBF"/>
          </p15:clr>
        </p15:guide>
        <p15:guide id="4" orient="horz" pos="240" userDrawn="1">
          <p15:clr>
            <a:srgbClr val="547EBF"/>
          </p15:clr>
        </p15:guide>
        <p15:guide id="5" pos="7440" userDrawn="1">
          <p15:clr>
            <a:srgbClr val="547EBF"/>
          </p15:clr>
        </p15:guide>
        <p15:guide id="6" orient="horz" pos="4080" userDrawn="1">
          <p15:clr>
            <a:srgbClr val="547EBF"/>
          </p15:clr>
        </p15:guide>
        <p15:guide id="7" pos="3960" userDrawn="1">
          <p15:clr>
            <a:srgbClr val="547EBF"/>
          </p15:clr>
        </p15:guide>
        <p15:guide id="8" pos="3720" userDrawn="1">
          <p15:clr>
            <a:srgbClr val="547EBF"/>
          </p15:clr>
        </p15:guide>
        <p15:guide id="9" pos="2112" userDrawn="1">
          <p15:clr>
            <a:srgbClr val="547EBF"/>
          </p15:clr>
        </p15:guide>
        <p15:guide id="10" pos="1848" userDrawn="1">
          <p15:clr>
            <a:srgbClr val="547EBF"/>
          </p15:clr>
        </p15:guide>
        <p15:guide id="11" pos="5568" userDrawn="1">
          <p15:clr>
            <a:srgbClr val="547EBF"/>
          </p15:clr>
        </p15:guide>
        <p15:guide id="12" pos="5832" userDrawn="1">
          <p15:clr>
            <a:srgbClr val="547EBF"/>
          </p15:clr>
        </p15:guide>
        <p15:guide id="13" pos="4968" userDrawn="1">
          <p15:clr>
            <a:srgbClr val="9FCC3B"/>
          </p15:clr>
        </p15:guide>
        <p15:guide id="14" pos="5208" userDrawn="1">
          <p15:clr>
            <a:srgbClr val="9FCC3B"/>
          </p15:clr>
        </p15:guide>
        <p15:guide id="15" pos="2712" userDrawn="1">
          <p15:clr>
            <a:srgbClr val="9FCC3B"/>
          </p15:clr>
        </p15:guide>
        <p15:guide id="16" pos="2472" userDrawn="1">
          <p15:clr>
            <a:srgbClr val="9FCC3B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6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7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8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9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11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12.png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png"/><Relationship Id="rId3" Type="http://schemas.openxmlformats.org/officeDocument/2006/relationships/image" Target="../media/image1.png"/><Relationship Id="rId7" Type="http://schemas.openxmlformats.org/officeDocument/2006/relationships/customXml" Target="../ink/ink2.xml"/><Relationship Id="rId12" Type="http://schemas.openxmlformats.org/officeDocument/2006/relationships/image" Target="../media/image17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14.png"/><Relationship Id="rId11" Type="http://schemas.openxmlformats.org/officeDocument/2006/relationships/customXml" Target="../ink/ink4.xml"/><Relationship Id="rId5" Type="http://schemas.openxmlformats.org/officeDocument/2006/relationships/customXml" Target="../ink/ink1.xml"/><Relationship Id="rId10" Type="http://schemas.openxmlformats.org/officeDocument/2006/relationships/image" Target="../media/image16.png"/><Relationship Id="rId4" Type="http://schemas.openxmlformats.org/officeDocument/2006/relationships/image" Target="../media/image13.png"/><Relationship Id="rId9" Type="http://schemas.openxmlformats.org/officeDocument/2006/relationships/customXml" Target="../ink/ink3.xml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.png"/><Relationship Id="rId13" Type="http://schemas.openxmlformats.org/officeDocument/2006/relationships/customXml" Target="../ink/ink9.xml"/><Relationship Id="rId3" Type="http://schemas.openxmlformats.org/officeDocument/2006/relationships/image" Target="../media/image18.png"/><Relationship Id="rId7" Type="http://schemas.openxmlformats.org/officeDocument/2006/relationships/customXml" Target="../ink/ink6.xml"/><Relationship Id="rId12" Type="http://schemas.openxmlformats.org/officeDocument/2006/relationships/image" Target="../media/image22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19.png"/><Relationship Id="rId11" Type="http://schemas.openxmlformats.org/officeDocument/2006/relationships/customXml" Target="../ink/ink8.xml"/><Relationship Id="rId5" Type="http://schemas.openxmlformats.org/officeDocument/2006/relationships/customXml" Target="../ink/ink5.xml"/><Relationship Id="rId10" Type="http://schemas.openxmlformats.org/officeDocument/2006/relationships/image" Target="../media/image21.png"/><Relationship Id="rId4" Type="http://schemas.openxmlformats.org/officeDocument/2006/relationships/image" Target="../media/image1.png"/><Relationship Id="rId9" Type="http://schemas.openxmlformats.org/officeDocument/2006/relationships/customXml" Target="../ink/ink7.xml"/><Relationship Id="rId14" Type="http://schemas.openxmlformats.org/officeDocument/2006/relationships/image" Target="../media/image23.png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customXml" Target="../ink/ink12.xml"/><Relationship Id="rId13" Type="http://schemas.openxmlformats.org/officeDocument/2006/relationships/image" Target="../media/image23.png"/><Relationship Id="rId3" Type="http://schemas.openxmlformats.org/officeDocument/2006/relationships/image" Target="../media/image1.png"/><Relationship Id="rId7" Type="http://schemas.openxmlformats.org/officeDocument/2006/relationships/image" Target="../media/image24.png"/><Relationship Id="rId12" Type="http://schemas.openxmlformats.org/officeDocument/2006/relationships/customXml" Target="../ink/ink14.xml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6.xml"/><Relationship Id="rId6" Type="http://schemas.openxmlformats.org/officeDocument/2006/relationships/customXml" Target="../ink/ink11.xml"/><Relationship Id="rId11" Type="http://schemas.openxmlformats.org/officeDocument/2006/relationships/image" Target="../media/image22.png"/><Relationship Id="rId5" Type="http://schemas.openxmlformats.org/officeDocument/2006/relationships/image" Target="../media/image19.png"/><Relationship Id="rId10" Type="http://schemas.openxmlformats.org/officeDocument/2006/relationships/customXml" Target="../ink/ink13.xml"/><Relationship Id="rId4" Type="http://schemas.openxmlformats.org/officeDocument/2006/relationships/customXml" Target="../ink/ink10.xml"/><Relationship Id="rId9" Type="http://schemas.openxmlformats.org/officeDocument/2006/relationships/image" Target="../media/image25.png"/><Relationship Id="rId14" Type="http://schemas.openxmlformats.org/officeDocument/2006/relationships/image" Target="../media/image26.png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customXml" Target="../ink/ink17.xml"/><Relationship Id="rId13" Type="http://schemas.openxmlformats.org/officeDocument/2006/relationships/image" Target="../media/image23.png"/><Relationship Id="rId3" Type="http://schemas.openxmlformats.org/officeDocument/2006/relationships/image" Target="../media/image1.png"/><Relationship Id="rId7" Type="http://schemas.openxmlformats.org/officeDocument/2006/relationships/image" Target="../media/image24.png"/><Relationship Id="rId12" Type="http://schemas.openxmlformats.org/officeDocument/2006/relationships/customXml" Target="../ink/ink19.xml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6.xml"/><Relationship Id="rId6" Type="http://schemas.openxmlformats.org/officeDocument/2006/relationships/customXml" Target="../ink/ink16.xml"/><Relationship Id="rId11" Type="http://schemas.openxmlformats.org/officeDocument/2006/relationships/image" Target="../media/image22.png"/><Relationship Id="rId5" Type="http://schemas.openxmlformats.org/officeDocument/2006/relationships/image" Target="../media/image19.png"/><Relationship Id="rId15" Type="http://schemas.openxmlformats.org/officeDocument/2006/relationships/image" Target="../media/image28.png"/><Relationship Id="rId10" Type="http://schemas.openxmlformats.org/officeDocument/2006/relationships/customXml" Target="../ink/ink18.xml"/><Relationship Id="rId4" Type="http://schemas.openxmlformats.org/officeDocument/2006/relationships/customXml" Target="../ink/ink15.xml"/><Relationship Id="rId9" Type="http://schemas.openxmlformats.org/officeDocument/2006/relationships/image" Target="../media/image25.png"/><Relationship Id="rId14" Type="http://schemas.openxmlformats.org/officeDocument/2006/relationships/image" Target="../media/image27.png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customXml" Target="../ink/ink22.xml"/><Relationship Id="rId13" Type="http://schemas.openxmlformats.org/officeDocument/2006/relationships/image" Target="../media/image23.png"/><Relationship Id="rId3" Type="http://schemas.openxmlformats.org/officeDocument/2006/relationships/image" Target="../media/image1.png"/><Relationship Id="rId7" Type="http://schemas.openxmlformats.org/officeDocument/2006/relationships/image" Target="../media/image24.png"/><Relationship Id="rId12" Type="http://schemas.openxmlformats.org/officeDocument/2006/relationships/customXml" Target="../ink/ink24.xml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6.xml"/><Relationship Id="rId6" Type="http://schemas.openxmlformats.org/officeDocument/2006/relationships/customXml" Target="../ink/ink21.xml"/><Relationship Id="rId11" Type="http://schemas.openxmlformats.org/officeDocument/2006/relationships/image" Target="../media/image22.png"/><Relationship Id="rId5" Type="http://schemas.openxmlformats.org/officeDocument/2006/relationships/image" Target="../media/image19.png"/><Relationship Id="rId10" Type="http://schemas.openxmlformats.org/officeDocument/2006/relationships/customXml" Target="../ink/ink23.xml"/><Relationship Id="rId4" Type="http://schemas.openxmlformats.org/officeDocument/2006/relationships/customXml" Target="../ink/ink20.xml"/><Relationship Id="rId9" Type="http://schemas.openxmlformats.org/officeDocument/2006/relationships/image" Target="../media/image25.png"/><Relationship Id="rId14" Type="http://schemas.openxmlformats.org/officeDocument/2006/relationships/image" Target="../media/image29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.png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customXml" Target="../ink/ink27.xml"/><Relationship Id="rId13" Type="http://schemas.openxmlformats.org/officeDocument/2006/relationships/image" Target="../media/image23.png"/><Relationship Id="rId3" Type="http://schemas.openxmlformats.org/officeDocument/2006/relationships/image" Target="../media/image1.png"/><Relationship Id="rId7" Type="http://schemas.openxmlformats.org/officeDocument/2006/relationships/image" Target="../media/image24.png"/><Relationship Id="rId12" Type="http://schemas.openxmlformats.org/officeDocument/2006/relationships/customXml" Target="../ink/ink29.xml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6.xml"/><Relationship Id="rId6" Type="http://schemas.openxmlformats.org/officeDocument/2006/relationships/customXml" Target="../ink/ink26.xml"/><Relationship Id="rId11" Type="http://schemas.openxmlformats.org/officeDocument/2006/relationships/image" Target="../media/image22.png"/><Relationship Id="rId5" Type="http://schemas.openxmlformats.org/officeDocument/2006/relationships/image" Target="../media/image19.png"/><Relationship Id="rId10" Type="http://schemas.openxmlformats.org/officeDocument/2006/relationships/customXml" Target="../ink/ink28.xml"/><Relationship Id="rId4" Type="http://schemas.openxmlformats.org/officeDocument/2006/relationships/customXml" Target="../ink/ink25.xml"/><Relationship Id="rId9" Type="http://schemas.openxmlformats.org/officeDocument/2006/relationships/image" Target="../media/image25.png"/><Relationship Id="rId14" Type="http://schemas.openxmlformats.org/officeDocument/2006/relationships/image" Target="../media/image31.png"/></Relationships>
</file>

<file path=ppt/slides/_rels/slide19.xml.rels><?xml version="1.0" encoding="UTF-8" standalone="yes"?>
<Relationships xmlns="http://schemas.openxmlformats.org/package/2006/relationships"><Relationship Id="rId8" Type="http://schemas.openxmlformats.org/officeDocument/2006/relationships/customXml" Target="../ink/ink32.xml"/><Relationship Id="rId13" Type="http://schemas.openxmlformats.org/officeDocument/2006/relationships/image" Target="../media/image23.png"/><Relationship Id="rId3" Type="http://schemas.openxmlformats.org/officeDocument/2006/relationships/image" Target="../media/image1.png"/><Relationship Id="rId7" Type="http://schemas.openxmlformats.org/officeDocument/2006/relationships/image" Target="../media/image24.png"/><Relationship Id="rId12" Type="http://schemas.openxmlformats.org/officeDocument/2006/relationships/customXml" Target="../ink/ink34.xml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6.xml"/><Relationship Id="rId6" Type="http://schemas.openxmlformats.org/officeDocument/2006/relationships/customXml" Target="../ink/ink31.xml"/><Relationship Id="rId11" Type="http://schemas.openxmlformats.org/officeDocument/2006/relationships/image" Target="../media/image22.png"/><Relationship Id="rId5" Type="http://schemas.openxmlformats.org/officeDocument/2006/relationships/image" Target="../media/image19.png"/><Relationship Id="rId10" Type="http://schemas.openxmlformats.org/officeDocument/2006/relationships/customXml" Target="../ink/ink33.xml"/><Relationship Id="rId4" Type="http://schemas.openxmlformats.org/officeDocument/2006/relationships/customXml" Target="../ink/ink30.xml"/><Relationship Id="rId9" Type="http://schemas.openxmlformats.org/officeDocument/2006/relationships/image" Target="../media/image25.png"/><Relationship Id="rId14" Type="http://schemas.openxmlformats.org/officeDocument/2006/relationships/image" Target="../media/image3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51DF3D98-3C30-4CFC-8643-C81E829C8C2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69552" y="2109456"/>
            <a:ext cx="7918187" cy="1663875"/>
          </a:xfrm>
        </p:spPr>
        <p:txBody>
          <a:bodyPr rtlCol="0"/>
          <a:lstStyle>
            <a:defPPr>
              <a:defRPr lang="fr-FR"/>
            </a:defPPr>
          </a:lstStyle>
          <a:p>
            <a:pPr rtl="0"/>
            <a:r>
              <a:rPr lang="fr-FR" sz="5400" dirty="0"/>
              <a:t>TP– Création d’un réseau</a:t>
            </a:r>
          </a:p>
        </p:txBody>
      </p:sp>
      <p:sp>
        <p:nvSpPr>
          <p:cNvPr id="3" name="ZoneTexte 2">
            <a:extLst>
              <a:ext uri="{FF2B5EF4-FFF2-40B4-BE49-F238E27FC236}">
                <a16:creationId xmlns:a16="http://schemas.microsoft.com/office/drawing/2014/main" id="{5465DDA5-FDB1-2D6F-563D-ADF9C8CBB207}"/>
              </a:ext>
            </a:extLst>
          </p:cNvPr>
          <p:cNvSpPr txBox="1"/>
          <p:nvPr/>
        </p:nvSpPr>
        <p:spPr>
          <a:xfrm>
            <a:off x="10552043" y="6488668"/>
            <a:ext cx="163995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>
                <a:solidFill>
                  <a:schemeClr val="bg1"/>
                </a:solidFill>
              </a:rPr>
              <a:t>Castro Nathan</a:t>
            </a:r>
          </a:p>
        </p:txBody>
      </p:sp>
      <p:pic>
        <p:nvPicPr>
          <p:cNvPr id="5" name="Image 4" descr="Une image contenant capture d’écran, Graphique, Police, symbole&#10;&#10;Description générée automatiquement">
            <a:extLst>
              <a:ext uri="{FF2B5EF4-FFF2-40B4-BE49-F238E27FC236}">
                <a16:creationId xmlns:a16="http://schemas.microsoft.com/office/drawing/2014/main" id="{895BD703-9545-83D7-6EF9-E0276C2FB93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6024664"/>
            <a:ext cx="928007" cy="9280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5930889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912DF434-28DB-4621-A497-D62C41CE04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58864" y="102021"/>
            <a:ext cx="9779183" cy="1744415"/>
          </a:xfrm>
        </p:spPr>
        <p:txBody>
          <a:bodyPr rtlCol="0"/>
          <a:lstStyle>
            <a:defPPr>
              <a:defRPr lang="fr-FR"/>
            </a:defPPr>
          </a:lstStyle>
          <a:p>
            <a:pPr rtl="0"/>
            <a:r>
              <a:rPr lang="fr-FR" dirty="0"/>
              <a:t>Travail à réaliser :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22788C46-D0BC-4307-AE55-7601A139E7C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58865" y="2017467"/>
            <a:ext cx="9779182" cy="3366815"/>
          </a:xfrm>
        </p:spPr>
        <p:txBody>
          <a:bodyPr vert="horz" lIns="91440" tIns="45720" rIns="91440" bIns="45720" rtlCol="0" anchor="t">
            <a:normAutofit/>
          </a:bodyPr>
          <a:lstStyle>
            <a:defPPr>
              <a:defRPr lang="fr-FR"/>
            </a:defPPr>
          </a:lstStyle>
          <a:p>
            <a:pPr marL="514350" indent="-514350" rtl="0">
              <a:buAutoNum type="arabicPeriod"/>
            </a:pPr>
            <a:r>
              <a:rPr lang="fr-FR" dirty="0"/>
              <a:t>Modifier le nom de la machine Windows et Linux</a:t>
            </a:r>
          </a:p>
          <a:p>
            <a:pPr marL="514350" indent="-514350" rtl="0">
              <a:buAutoNum type="arabicPeriod"/>
            </a:pPr>
            <a:r>
              <a:rPr lang="fr-FR" dirty="0"/>
              <a:t>Modifier l’IP de la machine Windows et Linux</a:t>
            </a:r>
          </a:p>
          <a:p>
            <a:pPr marL="514350" indent="-514350" rtl="0">
              <a:buAutoNum type="arabicPeriod"/>
            </a:pPr>
            <a:r>
              <a:rPr lang="fr-FR" dirty="0"/>
              <a:t>Test des pings sur les 3 machines</a:t>
            </a:r>
          </a:p>
        </p:txBody>
      </p:sp>
      <p:sp>
        <p:nvSpPr>
          <p:cNvPr id="4" name="ZoneTexte 3">
            <a:extLst>
              <a:ext uri="{FF2B5EF4-FFF2-40B4-BE49-F238E27FC236}">
                <a16:creationId xmlns:a16="http://schemas.microsoft.com/office/drawing/2014/main" id="{7CF0B974-2B5E-C509-861E-F92654E84B4C}"/>
              </a:ext>
            </a:extLst>
          </p:cNvPr>
          <p:cNvSpPr txBox="1"/>
          <p:nvPr/>
        </p:nvSpPr>
        <p:spPr>
          <a:xfrm>
            <a:off x="10552043" y="6488668"/>
            <a:ext cx="163995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>
                <a:solidFill>
                  <a:schemeClr val="bg1"/>
                </a:solidFill>
              </a:rPr>
              <a:t>Castro Nathan</a:t>
            </a:r>
          </a:p>
        </p:txBody>
      </p:sp>
      <p:pic>
        <p:nvPicPr>
          <p:cNvPr id="5" name="Image 4" descr="Une image contenant capture d’écran, Graphique, Police, symbole&#10;&#10;Description générée automatiquement">
            <a:extLst>
              <a:ext uri="{FF2B5EF4-FFF2-40B4-BE49-F238E27FC236}">
                <a16:creationId xmlns:a16="http://schemas.microsoft.com/office/drawing/2014/main" id="{3FDB1C06-E0FA-060F-4EC5-D96936CD2CE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6024664"/>
            <a:ext cx="928007" cy="928007"/>
          </a:xfrm>
          <a:prstGeom prst="rect">
            <a:avLst/>
          </a:prstGeom>
        </p:spPr>
      </p:pic>
      <p:pic>
        <p:nvPicPr>
          <p:cNvPr id="7" name="Image 6">
            <a:extLst>
              <a:ext uri="{FF2B5EF4-FFF2-40B4-BE49-F238E27FC236}">
                <a16:creationId xmlns:a16="http://schemas.microsoft.com/office/drawing/2014/main" id="{F8B4CCA6-64FC-7543-7768-9616FB2C8FD0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15672" t="7901" r="6978" b="3895"/>
          <a:stretch/>
        </p:blipFill>
        <p:spPr>
          <a:xfrm>
            <a:off x="8110330" y="3327453"/>
            <a:ext cx="1709532" cy="17393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2560859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6F148DD4-4828-CE87-0C5C-42BE175E8D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1972" y="1371600"/>
            <a:ext cx="6341466" cy="4114800"/>
          </a:xfrm>
        </p:spPr>
        <p:txBody>
          <a:bodyPr rtlCol="0"/>
          <a:lstStyle>
            <a:defPPr>
              <a:defRPr lang="fr-FR"/>
            </a:defPPr>
          </a:lstStyle>
          <a:p>
            <a:pPr rtl="0"/>
            <a:r>
              <a:rPr lang="fr-FR" sz="5700" dirty="0"/>
              <a:t>Modifier le nom de la machine Windows et Linux</a:t>
            </a:r>
          </a:p>
        </p:txBody>
      </p:sp>
      <p:sp>
        <p:nvSpPr>
          <p:cNvPr id="3" name="ZoneTexte 2">
            <a:extLst>
              <a:ext uri="{FF2B5EF4-FFF2-40B4-BE49-F238E27FC236}">
                <a16:creationId xmlns:a16="http://schemas.microsoft.com/office/drawing/2014/main" id="{D0D45CAE-E162-45B4-248F-68CDCB494B74}"/>
              </a:ext>
            </a:extLst>
          </p:cNvPr>
          <p:cNvSpPr txBox="1"/>
          <p:nvPr/>
        </p:nvSpPr>
        <p:spPr>
          <a:xfrm>
            <a:off x="10552043" y="6488668"/>
            <a:ext cx="163995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/>
              <a:t>Castro Nathan</a:t>
            </a:r>
          </a:p>
        </p:txBody>
      </p:sp>
      <p:pic>
        <p:nvPicPr>
          <p:cNvPr id="13" name="Espace réservé pour une image  12" descr="Une image contenant circuit, Ingénierie électronique, Appareils électroniques, Composant électronique&#10;&#10;Description générée automatiquement">
            <a:extLst>
              <a:ext uri="{FF2B5EF4-FFF2-40B4-BE49-F238E27FC236}">
                <a16:creationId xmlns:a16="http://schemas.microsoft.com/office/drawing/2014/main" id="{D6B92376-9340-1552-F03D-1E5E85ADF67A}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>
          <a:blip r:embed="rId3"/>
          <a:srcRect l="228" r="228"/>
          <a:stretch>
            <a:fillRect/>
          </a:stretch>
        </p:blipFill>
        <p:spPr/>
      </p:pic>
      <p:pic>
        <p:nvPicPr>
          <p:cNvPr id="4" name="Image 3" descr="Une image contenant capture d’écran, Graphique, Police, symbole&#10;&#10;Description générée automatiquement">
            <a:extLst>
              <a:ext uri="{FF2B5EF4-FFF2-40B4-BE49-F238E27FC236}">
                <a16:creationId xmlns:a16="http://schemas.microsoft.com/office/drawing/2014/main" id="{195AA292-B401-3581-2474-474D71D0723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6024664"/>
            <a:ext cx="928007" cy="9280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6267716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F7859BA-1070-F6DB-A022-77FD14C64E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re 5">
            <a:extLst>
              <a:ext uri="{FF2B5EF4-FFF2-40B4-BE49-F238E27FC236}">
                <a16:creationId xmlns:a16="http://schemas.microsoft.com/office/drawing/2014/main" id="{2DC5AE5D-FD68-F11E-21B3-5925BB6F28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67492" y="136526"/>
            <a:ext cx="9601200" cy="1653371"/>
          </a:xfrm>
        </p:spPr>
        <p:txBody>
          <a:bodyPr rtlCol="0"/>
          <a:lstStyle>
            <a:defPPr>
              <a:defRPr lang="fr-FR"/>
            </a:defPPr>
          </a:lstStyle>
          <a:p>
            <a:pPr rtl="0"/>
            <a:r>
              <a:rPr lang="fr-FR" dirty="0"/>
              <a:t>Modifier le nom de la machine Windows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CB50FC37-49D2-F5EF-FA6A-0EF7F138032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67493" y="2078305"/>
            <a:ext cx="9384550" cy="3332832"/>
          </a:xfrm>
        </p:spPr>
        <p:txBody>
          <a:bodyPr rtlCol="0"/>
          <a:lstStyle>
            <a:defPPr>
              <a:defRPr lang="fr-FR"/>
            </a:defPPr>
          </a:lstStyle>
          <a:p>
            <a:pPr rtl="0"/>
            <a:r>
              <a:rPr lang="fr-FR" dirty="0"/>
              <a:t>Ouvrez le menu Démarrer et allez dans Paramètres.</a:t>
            </a:r>
          </a:p>
          <a:p>
            <a:pPr rtl="0"/>
            <a:r>
              <a:rPr lang="fr-FR" dirty="0"/>
              <a:t>Sélectionnez Système.</a:t>
            </a:r>
          </a:p>
          <a:p>
            <a:pPr rtl="0"/>
            <a:r>
              <a:rPr lang="fr-FR" dirty="0"/>
              <a:t>Cliquez sur À propos dans le menu de gauche</a:t>
            </a:r>
          </a:p>
          <a:p>
            <a:pPr rtl="0"/>
            <a:r>
              <a:rPr lang="fr-FR" dirty="0"/>
              <a:t>Cliquez sur Renommer ce PC</a:t>
            </a:r>
          </a:p>
        </p:txBody>
      </p:sp>
      <p:sp>
        <p:nvSpPr>
          <p:cNvPr id="2" name="ZoneTexte 1">
            <a:extLst>
              <a:ext uri="{FF2B5EF4-FFF2-40B4-BE49-F238E27FC236}">
                <a16:creationId xmlns:a16="http://schemas.microsoft.com/office/drawing/2014/main" id="{1356FCEE-A6ED-3C56-61A4-592F716D944B}"/>
              </a:ext>
            </a:extLst>
          </p:cNvPr>
          <p:cNvSpPr txBox="1"/>
          <p:nvPr/>
        </p:nvSpPr>
        <p:spPr>
          <a:xfrm>
            <a:off x="10552043" y="6488668"/>
            <a:ext cx="163995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>
                <a:solidFill>
                  <a:schemeClr val="bg1"/>
                </a:solidFill>
              </a:rPr>
              <a:t>Castro Nathan</a:t>
            </a:r>
          </a:p>
        </p:txBody>
      </p:sp>
      <p:pic>
        <p:nvPicPr>
          <p:cNvPr id="4" name="Image 3" descr="Une image contenant capture d’écran, Graphique, Police, symbole&#10;&#10;Description générée automatiquement">
            <a:extLst>
              <a:ext uri="{FF2B5EF4-FFF2-40B4-BE49-F238E27FC236}">
                <a16:creationId xmlns:a16="http://schemas.microsoft.com/office/drawing/2014/main" id="{6A06379C-BD69-B5FA-9E65-7DF5E8426DA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6024664"/>
            <a:ext cx="928007" cy="928007"/>
          </a:xfrm>
          <a:prstGeom prst="rect">
            <a:avLst/>
          </a:prstGeom>
        </p:spPr>
      </p:pic>
      <p:pic>
        <p:nvPicPr>
          <p:cNvPr id="5" name="Image 4">
            <a:extLst>
              <a:ext uri="{FF2B5EF4-FFF2-40B4-BE49-F238E27FC236}">
                <a16:creationId xmlns:a16="http://schemas.microsoft.com/office/drawing/2014/main" id="{2C8C5FE0-FCB5-3F22-9EE4-B34B0867657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529324" y="3987008"/>
            <a:ext cx="2857487" cy="2584439"/>
          </a:xfrm>
          <a:prstGeom prst="rect">
            <a:avLst/>
          </a:prstGeom>
        </p:spPr>
      </p:pic>
      <p:pic>
        <p:nvPicPr>
          <p:cNvPr id="7" name="Image 6">
            <a:extLst>
              <a:ext uri="{FF2B5EF4-FFF2-40B4-BE49-F238E27FC236}">
                <a16:creationId xmlns:a16="http://schemas.microsoft.com/office/drawing/2014/main" id="{E0374731-559E-CA4D-A876-61BB5045A1B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778235" y="2867428"/>
            <a:ext cx="2990457" cy="1322447"/>
          </a:xfrm>
          <a:prstGeom prst="rect">
            <a:avLst/>
          </a:prstGeom>
        </p:spPr>
      </p:pic>
      <p:sp>
        <p:nvSpPr>
          <p:cNvPr id="9" name="Flèche : droite 8">
            <a:extLst>
              <a:ext uri="{FF2B5EF4-FFF2-40B4-BE49-F238E27FC236}">
                <a16:creationId xmlns:a16="http://schemas.microsoft.com/office/drawing/2014/main" id="{6657E80C-725D-DE6E-66A7-637FD787B71C}"/>
              </a:ext>
            </a:extLst>
          </p:cNvPr>
          <p:cNvSpPr/>
          <p:nvPr/>
        </p:nvSpPr>
        <p:spPr>
          <a:xfrm rot="19517633">
            <a:off x="6125041" y="4676727"/>
            <a:ext cx="1247202" cy="271604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43379740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E7BC074-624A-5507-61F1-F19C40D18A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re 5">
            <a:extLst>
              <a:ext uri="{FF2B5EF4-FFF2-40B4-BE49-F238E27FC236}">
                <a16:creationId xmlns:a16="http://schemas.microsoft.com/office/drawing/2014/main" id="{B932D3F1-75FB-2A89-9F87-092760510E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67492" y="136526"/>
            <a:ext cx="9601200" cy="1653371"/>
          </a:xfrm>
        </p:spPr>
        <p:txBody>
          <a:bodyPr rtlCol="0"/>
          <a:lstStyle>
            <a:defPPr>
              <a:defRPr lang="fr-FR"/>
            </a:defPPr>
          </a:lstStyle>
          <a:p>
            <a:pPr rtl="0"/>
            <a:r>
              <a:rPr lang="fr-FR" dirty="0"/>
              <a:t>Modifier le nom de la machine Linux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6EA1906F-7B38-B4BD-CEC6-3348CCAC782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67493" y="2078305"/>
            <a:ext cx="9384550" cy="3332832"/>
          </a:xfrm>
        </p:spPr>
        <p:txBody>
          <a:bodyPr rtlCol="0"/>
          <a:lstStyle>
            <a:defPPr>
              <a:defRPr lang="fr-FR"/>
            </a:defPPr>
          </a:lstStyle>
          <a:p>
            <a:pPr rtl="0"/>
            <a:r>
              <a:rPr lang="fr-FR" dirty="0"/>
              <a:t>Il faut se mettre en route avec la commande su root</a:t>
            </a:r>
          </a:p>
          <a:p>
            <a:pPr rtl="0"/>
            <a:r>
              <a:rPr lang="fr-FR" dirty="0"/>
              <a:t>Et ensuite taper </a:t>
            </a:r>
            <a:r>
              <a:rPr lang="fr-FR" dirty="0" err="1"/>
              <a:t>hostname</a:t>
            </a:r>
            <a:r>
              <a:rPr lang="fr-FR" dirty="0"/>
              <a:t> puis le nom que vous voulez lui donner</a:t>
            </a:r>
          </a:p>
        </p:txBody>
      </p:sp>
      <p:sp>
        <p:nvSpPr>
          <p:cNvPr id="2" name="ZoneTexte 1">
            <a:extLst>
              <a:ext uri="{FF2B5EF4-FFF2-40B4-BE49-F238E27FC236}">
                <a16:creationId xmlns:a16="http://schemas.microsoft.com/office/drawing/2014/main" id="{91502085-38BA-FC3E-E413-E27CE17C270B}"/>
              </a:ext>
            </a:extLst>
          </p:cNvPr>
          <p:cNvSpPr txBox="1"/>
          <p:nvPr/>
        </p:nvSpPr>
        <p:spPr>
          <a:xfrm>
            <a:off x="10552043" y="6488668"/>
            <a:ext cx="163995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>
                <a:solidFill>
                  <a:schemeClr val="bg1"/>
                </a:solidFill>
              </a:rPr>
              <a:t>Castro Nathan</a:t>
            </a:r>
          </a:p>
        </p:txBody>
      </p:sp>
      <p:pic>
        <p:nvPicPr>
          <p:cNvPr id="4" name="Image 3" descr="Une image contenant capture d’écran, Graphique, Police, symbole&#10;&#10;Description générée automatiquement">
            <a:extLst>
              <a:ext uri="{FF2B5EF4-FFF2-40B4-BE49-F238E27FC236}">
                <a16:creationId xmlns:a16="http://schemas.microsoft.com/office/drawing/2014/main" id="{F8B1659B-E27E-5EDE-955E-46C710E8B19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6024664"/>
            <a:ext cx="928007" cy="928007"/>
          </a:xfrm>
          <a:prstGeom prst="rect">
            <a:avLst/>
          </a:prstGeom>
        </p:spPr>
      </p:pic>
      <p:pic>
        <p:nvPicPr>
          <p:cNvPr id="10" name="Image2">
            <a:extLst>
              <a:ext uri="{FF2B5EF4-FFF2-40B4-BE49-F238E27FC236}">
                <a16:creationId xmlns:a16="http://schemas.microsoft.com/office/drawing/2014/main" id="{5913C373-75FF-2184-8F88-23C32FD6F309}"/>
              </a:ext>
            </a:extLst>
          </p:cNvPr>
          <p:cNvPicPr/>
          <p:nvPr/>
        </p:nvPicPr>
        <p:blipFill>
          <a:blip r:embed="rId4">
            <a:lum/>
            <a:alphaModFix/>
          </a:blip>
          <a:srcRect l="7698"/>
          <a:stretch/>
        </p:blipFill>
        <p:spPr>
          <a:xfrm>
            <a:off x="4101220" y="3521797"/>
            <a:ext cx="3096079" cy="865939"/>
          </a:xfrm>
          <a:prstGeom prst="rect">
            <a:avLst/>
          </a:prstGeom>
        </p:spPr>
      </p:pic>
      <p:sp>
        <p:nvSpPr>
          <p:cNvPr id="11" name="Flèche : droite 10">
            <a:extLst>
              <a:ext uri="{FF2B5EF4-FFF2-40B4-BE49-F238E27FC236}">
                <a16:creationId xmlns:a16="http://schemas.microsoft.com/office/drawing/2014/main" id="{FC63FA21-4973-9F3C-E4C3-2A94F7565B09}"/>
              </a:ext>
            </a:extLst>
          </p:cNvPr>
          <p:cNvSpPr/>
          <p:nvPr/>
        </p:nvSpPr>
        <p:spPr>
          <a:xfrm>
            <a:off x="2181885" y="3792628"/>
            <a:ext cx="1448555" cy="324276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92633725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BB81DA8-52E6-6766-3C69-5FB4A36D2A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re 5">
            <a:extLst>
              <a:ext uri="{FF2B5EF4-FFF2-40B4-BE49-F238E27FC236}">
                <a16:creationId xmlns:a16="http://schemas.microsoft.com/office/drawing/2014/main" id="{8BDE0EB5-6D37-682D-9D63-ADC217E9CE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67492" y="136526"/>
            <a:ext cx="9601200" cy="1653371"/>
          </a:xfrm>
        </p:spPr>
        <p:txBody>
          <a:bodyPr rtlCol="0"/>
          <a:lstStyle>
            <a:defPPr>
              <a:defRPr lang="fr-FR"/>
            </a:defPPr>
          </a:lstStyle>
          <a:p>
            <a:pPr rtl="0"/>
            <a:r>
              <a:rPr lang="fr-FR" dirty="0"/>
              <a:t>Modifier le nom de la machine Linux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0E90BB6A-5479-25AD-565A-3E31CD1A278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67493" y="2078305"/>
            <a:ext cx="9384550" cy="3332832"/>
          </a:xfrm>
        </p:spPr>
        <p:txBody>
          <a:bodyPr rtlCol="0"/>
          <a:lstStyle>
            <a:defPPr>
              <a:defRPr lang="fr-FR"/>
            </a:defPPr>
          </a:lstStyle>
          <a:p>
            <a:pPr rtl="0"/>
            <a:r>
              <a:rPr lang="fr-FR" dirty="0"/>
              <a:t>Attention, si vous ne changez pas le nom dans le fichier /</a:t>
            </a:r>
            <a:r>
              <a:rPr lang="fr-FR" dirty="0" err="1"/>
              <a:t>etc</a:t>
            </a:r>
            <a:r>
              <a:rPr lang="fr-FR" dirty="0"/>
              <a:t>/hosts, après le redémarrage de la machine, le nom disparaîtra et reviendra à son état initial</a:t>
            </a:r>
          </a:p>
        </p:txBody>
      </p:sp>
      <p:sp>
        <p:nvSpPr>
          <p:cNvPr id="2" name="ZoneTexte 1">
            <a:extLst>
              <a:ext uri="{FF2B5EF4-FFF2-40B4-BE49-F238E27FC236}">
                <a16:creationId xmlns:a16="http://schemas.microsoft.com/office/drawing/2014/main" id="{F73E8E53-396E-616B-AA48-1AB822E5E897}"/>
              </a:ext>
            </a:extLst>
          </p:cNvPr>
          <p:cNvSpPr txBox="1"/>
          <p:nvPr/>
        </p:nvSpPr>
        <p:spPr>
          <a:xfrm>
            <a:off x="10552043" y="6488668"/>
            <a:ext cx="163995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>
                <a:solidFill>
                  <a:schemeClr val="bg1"/>
                </a:solidFill>
              </a:rPr>
              <a:t>Castro Nathan</a:t>
            </a:r>
          </a:p>
        </p:txBody>
      </p:sp>
      <p:pic>
        <p:nvPicPr>
          <p:cNvPr id="4" name="Image 3" descr="Une image contenant capture d’écran, Graphique, Police, symbole&#10;&#10;Description générée automatiquement">
            <a:extLst>
              <a:ext uri="{FF2B5EF4-FFF2-40B4-BE49-F238E27FC236}">
                <a16:creationId xmlns:a16="http://schemas.microsoft.com/office/drawing/2014/main" id="{BCC603CE-B792-2256-0B8B-6CF0EF2CB80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6024664"/>
            <a:ext cx="928007" cy="928007"/>
          </a:xfrm>
          <a:prstGeom prst="rect">
            <a:avLst/>
          </a:prstGeom>
        </p:spPr>
      </p:pic>
      <p:pic>
        <p:nvPicPr>
          <p:cNvPr id="8" name="Image 7">
            <a:extLst>
              <a:ext uri="{FF2B5EF4-FFF2-40B4-BE49-F238E27FC236}">
                <a16:creationId xmlns:a16="http://schemas.microsoft.com/office/drawing/2014/main" id="{0F93D2EE-EA6F-DF84-58A6-24C4002187C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23190" y="3118228"/>
            <a:ext cx="2673155" cy="26731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471434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468DACF-EBFF-E55A-B0FB-15FD8622C6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re 5">
            <a:extLst>
              <a:ext uri="{FF2B5EF4-FFF2-40B4-BE49-F238E27FC236}">
                <a16:creationId xmlns:a16="http://schemas.microsoft.com/office/drawing/2014/main" id="{BB20E76B-92B6-70B9-5124-00B33F9C34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67492" y="136526"/>
            <a:ext cx="9601200" cy="1653371"/>
          </a:xfrm>
        </p:spPr>
        <p:txBody>
          <a:bodyPr rtlCol="0"/>
          <a:lstStyle>
            <a:defPPr>
              <a:defRPr lang="fr-FR"/>
            </a:defPPr>
          </a:lstStyle>
          <a:p>
            <a:pPr rtl="0"/>
            <a:r>
              <a:rPr lang="fr-FR" dirty="0"/>
              <a:t>Modifier le nom de la machine Linux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A991E2BD-5C83-AD9B-82E7-67C2F8A88D5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67493" y="2078305"/>
            <a:ext cx="9384550" cy="3332832"/>
          </a:xfrm>
        </p:spPr>
        <p:txBody>
          <a:bodyPr rtlCol="0"/>
          <a:lstStyle>
            <a:defPPr>
              <a:defRPr lang="fr-FR"/>
            </a:defPPr>
          </a:lstStyle>
          <a:p>
            <a:pPr rtl="0"/>
            <a:r>
              <a:rPr lang="fr-FR" dirty="0"/>
              <a:t>Une fois la commande nano /</a:t>
            </a:r>
            <a:r>
              <a:rPr lang="fr-FR" dirty="0" err="1"/>
              <a:t>etc</a:t>
            </a:r>
            <a:r>
              <a:rPr lang="fr-FR" dirty="0"/>
              <a:t>/hosts il faut modifier le nom a cote de 127.0.1.1</a:t>
            </a:r>
          </a:p>
          <a:p>
            <a:pPr rtl="0"/>
            <a:r>
              <a:rPr lang="fr-FR" dirty="0"/>
              <a:t>Dans mon cas a-</a:t>
            </a:r>
            <a:r>
              <a:rPr lang="fr-FR" dirty="0" err="1"/>
              <a:t>virtualbox</a:t>
            </a:r>
            <a:endParaRPr lang="fr-FR" dirty="0"/>
          </a:p>
        </p:txBody>
      </p:sp>
      <p:sp>
        <p:nvSpPr>
          <p:cNvPr id="2" name="ZoneTexte 1">
            <a:extLst>
              <a:ext uri="{FF2B5EF4-FFF2-40B4-BE49-F238E27FC236}">
                <a16:creationId xmlns:a16="http://schemas.microsoft.com/office/drawing/2014/main" id="{64BFF331-9D49-3B8F-639B-0C94DA66640B}"/>
              </a:ext>
            </a:extLst>
          </p:cNvPr>
          <p:cNvSpPr txBox="1"/>
          <p:nvPr/>
        </p:nvSpPr>
        <p:spPr>
          <a:xfrm>
            <a:off x="10552043" y="6488668"/>
            <a:ext cx="163995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>
                <a:solidFill>
                  <a:schemeClr val="bg1"/>
                </a:solidFill>
              </a:rPr>
              <a:t>Castro Nathan</a:t>
            </a:r>
          </a:p>
        </p:txBody>
      </p:sp>
      <p:pic>
        <p:nvPicPr>
          <p:cNvPr id="4" name="Image 3" descr="Une image contenant capture d’écran, Graphique, Police, symbole&#10;&#10;Description générée automatiquement">
            <a:extLst>
              <a:ext uri="{FF2B5EF4-FFF2-40B4-BE49-F238E27FC236}">
                <a16:creationId xmlns:a16="http://schemas.microsoft.com/office/drawing/2014/main" id="{05234D86-7721-ABAD-5571-B4524982EBE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6024664"/>
            <a:ext cx="928007" cy="928007"/>
          </a:xfrm>
          <a:prstGeom prst="rect">
            <a:avLst/>
          </a:prstGeom>
        </p:spPr>
      </p:pic>
      <p:pic>
        <p:nvPicPr>
          <p:cNvPr id="7" name="Image 6">
            <a:extLst>
              <a:ext uri="{FF2B5EF4-FFF2-40B4-BE49-F238E27FC236}">
                <a16:creationId xmlns:a16="http://schemas.microsoft.com/office/drawing/2014/main" id="{2F3A4738-A002-E5ED-CC03-E1885D0DF14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68092" y="3044909"/>
            <a:ext cx="4115374" cy="1333686"/>
          </a:xfrm>
          <a:prstGeom prst="rect">
            <a:avLst/>
          </a:prstGeom>
        </p:spPr>
      </p:pic>
      <p:sp>
        <p:nvSpPr>
          <p:cNvPr id="9" name="Flèche : courbe vers le haut 8">
            <a:extLst>
              <a:ext uri="{FF2B5EF4-FFF2-40B4-BE49-F238E27FC236}">
                <a16:creationId xmlns:a16="http://schemas.microsoft.com/office/drawing/2014/main" id="{D84B09DE-93F8-E2CD-F9BF-73424F073E7B}"/>
              </a:ext>
            </a:extLst>
          </p:cNvPr>
          <p:cNvSpPr/>
          <p:nvPr/>
        </p:nvSpPr>
        <p:spPr>
          <a:xfrm>
            <a:off x="5142368" y="4445251"/>
            <a:ext cx="2227153" cy="621854"/>
          </a:xfrm>
          <a:prstGeom prst="curvedUp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1751366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3293DFF-C186-1127-ED5D-813B4B8226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re 5">
            <a:extLst>
              <a:ext uri="{FF2B5EF4-FFF2-40B4-BE49-F238E27FC236}">
                <a16:creationId xmlns:a16="http://schemas.microsoft.com/office/drawing/2014/main" id="{3B208F1A-FBA8-0EDA-9B42-E63C70C257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67492" y="136526"/>
            <a:ext cx="9601200" cy="1653371"/>
          </a:xfrm>
        </p:spPr>
        <p:txBody>
          <a:bodyPr rtlCol="0"/>
          <a:lstStyle>
            <a:defPPr>
              <a:defRPr lang="fr-FR"/>
            </a:defPPr>
          </a:lstStyle>
          <a:p>
            <a:pPr rtl="0"/>
            <a:r>
              <a:rPr lang="fr-FR" dirty="0"/>
              <a:t>Modifier le nom de la machine Linux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CBBC6FED-6E67-7DE7-EBC1-8EB2E4A5816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67493" y="2078305"/>
            <a:ext cx="9384550" cy="3332832"/>
          </a:xfrm>
        </p:spPr>
        <p:txBody>
          <a:bodyPr rtlCol="0"/>
          <a:lstStyle>
            <a:defPPr>
              <a:defRPr lang="fr-FR"/>
            </a:defPPr>
          </a:lstStyle>
          <a:p>
            <a:pPr algn="ctr" rtl="0"/>
            <a:r>
              <a:rPr lang="fr-FR" dirty="0"/>
              <a:t>Une fois cela fait, voici le nom de ma machine après redémarrage</a:t>
            </a:r>
          </a:p>
        </p:txBody>
      </p:sp>
      <p:sp>
        <p:nvSpPr>
          <p:cNvPr id="2" name="ZoneTexte 1">
            <a:extLst>
              <a:ext uri="{FF2B5EF4-FFF2-40B4-BE49-F238E27FC236}">
                <a16:creationId xmlns:a16="http://schemas.microsoft.com/office/drawing/2014/main" id="{1CFE7477-AE24-78F5-2A11-0FECEB233452}"/>
              </a:ext>
            </a:extLst>
          </p:cNvPr>
          <p:cNvSpPr txBox="1"/>
          <p:nvPr/>
        </p:nvSpPr>
        <p:spPr>
          <a:xfrm>
            <a:off x="10552043" y="6488668"/>
            <a:ext cx="163995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>
                <a:solidFill>
                  <a:schemeClr val="bg1"/>
                </a:solidFill>
              </a:rPr>
              <a:t>Castro Nathan</a:t>
            </a:r>
          </a:p>
        </p:txBody>
      </p:sp>
      <p:pic>
        <p:nvPicPr>
          <p:cNvPr id="4" name="Image 3" descr="Une image contenant capture d’écran, Graphique, Police, symbole&#10;&#10;Description générée automatiquement">
            <a:extLst>
              <a:ext uri="{FF2B5EF4-FFF2-40B4-BE49-F238E27FC236}">
                <a16:creationId xmlns:a16="http://schemas.microsoft.com/office/drawing/2014/main" id="{667169F1-BAE6-3D48-5D9E-BB5CF5E4762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6024664"/>
            <a:ext cx="928007" cy="928007"/>
          </a:xfrm>
          <a:prstGeom prst="rect">
            <a:avLst/>
          </a:prstGeom>
        </p:spPr>
      </p:pic>
      <p:pic>
        <p:nvPicPr>
          <p:cNvPr id="5" name="Image3">
            <a:extLst>
              <a:ext uri="{FF2B5EF4-FFF2-40B4-BE49-F238E27FC236}">
                <a16:creationId xmlns:a16="http://schemas.microsoft.com/office/drawing/2014/main" id="{06255B8D-BE89-331D-B386-72C72E9AD624}"/>
              </a:ext>
            </a:extLst>
          </p:cNvPr>
          <p:cNvPicPr/>
          <p:nvPr/>
        </p:nvPicPr>
        <p:blipFill>
          <a:blip r:embed="rId4">
            <a:lum/>
            <a:alphaModFix/>
          </a:blip>
          <a:srcRect/>
          <a:stretch>
            <a:fillRect/>
          </a:stretch>
        </p:blipFill>
        <p:spPr>
          <a:xfrm>
            <a:off x="3716205" y="4045837"/>
            <a:ext cx="3739565" cy="535818"/>
          </a:xfrm>
          <a:prstGeom prst="rect">
            <a:avLst/>
          </a:prstGeom>
        </p:spPr>
      </p:pic>
      <p:sp>
        <p:nvSpPr>
          <p:cNvPr id="8" name="Flèche : bas 7">
            <a:extLst>
              <a:ext uri="{FF2B5EF4-FFF2-40B4-BE49-F238E27FC236}">
                <a16:creationId xmlns:a16="http://schemas.microsoft.com/office/drawing/2014/main" id="{6FE35FA5-ADCE-DBE5-0413-ADEAFD3C865D}"/>
              </a:ext>
            </a:extLst>
          </p:cNvPr>
          <p:cNvSpPr/>
          <p:nvPr/>
        </p:nvSpPr>
        <p:spPr>
          <a:xfrm>
            <a:off x="5386811" y="2769340"/>
            <a:ext cx="398352" cy="894030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393010526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7F8A3A-828D-FF92-B45F-C745D91128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584F4591-6224-0096-E89C-F47C44F695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13988" y="1371600"/>
            <a:ext cx="6169450" cy="4114800"/>
          </a:xfrm>
        </p:spPr>
        <p:txBody>
          <a:bodyPr rtlCol="0"/>
          <a:lstStyle>
            <a:defPPr>
              <a:defRPr lang="fr-FR"/>
            </a:defPPr>
          </a:lstStyle>
          <a:p>
            <a:pPr rtl="0"/>
            <a:r>
              <a:rPr lang="fr-FR" sz="4000" dirty="0"/>
              <a:t>Modifier l’IP de la machine Windows et Linux</a:t>
            </a:r>
            <a:endParaRPr lang="fr-FR" sz="5700" dirty="0"/>
          </a:p>
        </p:txBody>
      </p:sp>
      <p:sp>
        <p:nvSpPr>
          <p:cNvPr id="3" name="ZoneTexte 2">
            <a:extLst>
              <a:ext uri="{FF2B5EF4-FFF2-40B4-BE49-F238E27FC236}">
                <a16:creationId xmlns:a16="http://schemas.microsoft.com/office/drawing/2014/main" id="{7946A40F-C60E-62DF-8FDB-9C679E3C2F5D}"/>
              </a:ext>
            </a:extLst>
          </p:cNvPr>
          <p:cNvSpPr txBox="1"/>
          <p:nvPr/>
        </p:nvSpPr>
        <p:spPr>
          <a:xfrm>
            <a:off x="10552043" y="6488668"/>
            <a:ext cx="163995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/>
              <a:t>Castro Nathan</a:t>
            </a:r>
          </a:p>
        </p:txBody>
      </p:sp>
      <p:pic>
        <p:nvPicPr>
          <p:cNvPr id="11" name="Espace réservé pour une image  10" descr="Une image contenant art, conception&#10;&#10;Description générée automatiquement">
            <a:extLst>
              <a:ext uri="{FF2B5EF4-FFF2-40B4-BE49-F238E27FC236}">
                <a16:creationId xmlns:a16="http://schemas.microsoft.com/office/drawing/2014/main" id="{4D090CBC-3D9E-3385-DC90-A34FD6B493A5}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>
          <a:blip r:embed="rId3"/>
          <a:srcRect l="228" r="228"/>
          <a:stretch>
            <a:fillRect/>
          </a:stretch>
        </p:blipFill>
        <p:spPr/>
      </p:pic>
      <p:pic>
        <p:nvPicPr>
          <p:cNvPr id="4" name="Image 3" descr="Une image contenant capture d’écran, Graphique, Police, symbole&#10;&#10;Description générée automatiquement">
            <a:extLst>
              <a:ext uri="{FF2B5EF4-FFF2-40B4-BE49-F238E27FC236}">
                <a16:creationId xmlns:a16="http://schemas.microsoft.com/office/drawing/2014/main" id="{7D45CF2B-F89E-7739-871B-7C3EB020FB5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6024664"/>
            <a:ext cx="928007" cy="9280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9655531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re 5">
            <a:extLst>
              <a:ext uri="{FF2B5EF4-FFF2-40B4-BE49-F238E27FC236}">
                <a16:creationId xmlns:a16="http://schemas.microsoft.com/office/drawing/2014/main" id="{EDF9E134-98AA-3ECE-E40A-180C85ACD7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67492" y="136526"/>
            <a:ext cx="9601200" cy="1653371"/>
          </a:xfrm>
        </p:spPr>
        <p:txBody>
          <a:bodyPr rtlCol="0"/>
          <a:lstStyle>
            <a:defPPr>
              <a:defRPr lang="fr-FR"/>
            </a:defPPr>
          </a:lstStyle>
          <a:p>
            <a:pPr rtl="0"/>
            <a:r>
              <a:rPr lang="fr-FR" dirty="0"/>
              <a:t>Modifier l’IP de la machine Windows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D1455C0B-19FB-954B-532A-0A68CAC4E0E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67493" y="2078305"/>
            <a:ext cx="9384550" cy="3332832"/>
          </a:xfrm>
        </p:spPr>
        <p:txBody>
          <a:bodyPr rtlCol="0"/>
          <a:lstStyle>
            <a:defPPr>
              <a:defRPr lang="fr-FR"/>
            </a:defPPr>
          </a:lstStyle>
          <a:p>
            <a:pPr rtl="0"/>
            <a:r>
              <a:rPr lang="fr-FR" dirty="0"/>
              <a:t>Ouvrez le menu Démarrer et allez dans panneau de configuration</a:t>
            </a:r>
          </a:p>
          <a:p>
            <a:pPr rtl="0"/>
            <a:r>
              <a:rPr lang="fr-FR" dirty="0"/>
              <a:t>Sélectionnez Réseau et Internet</a:t>
            </a:r>
          </a:p>
        </p:txBody>
      </p:sp>
      <p:sp>
        <p:nvSpPr>
          <p:cNvPr id="2" name="ZoneTexte 1">
            <a:extLst>
              <a:ext uri="{FF2B5EF4-FFF2-40B4-BE49-F238E27FC236}">
                <a16:creationId xmlns:a16="http://schemas.microsoft.com/office/drawing/2014/main" id="{1882D50F-0AF2-F1FD-84C9-08EAC41F322E}"/>
              </a:ext>
            </a:extLst>
          </p:cNvPr>
          <p:cNvSpPr txBox="1"/>
          <p:nvPr/>
        </p:nvSpPr>
        <p:spPr>
          <a:xfrm>
            <a:off x="10552043" y="6488668"/>
            <a:ext cx="163995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>
                <a:solidFill>
                  <a:schemeClr val="bg1"/>
                </a:solidFill>
              </a:rPr>
              <a:t>Castro Nathan</a:t>
            </a:r>
          </a:p>
        </p:txBody>
      </p:sp>
      <p:pic>
        <p:nvPicPr>
          <p:cNvPr id="4" name="Image 3" descr="Une image contenant capture d’écran, Graphique, Police, symbole&#10;&#10;Description générée automatiquement">
            <a:extLst>
              <a:ext uri="{FF2B5EF4-FFF2-40B4-BE49-F238E27FC236}">
                <a16:creationId xmlns:a16="http://schemas.microsoft.com/office/drawing/2014/main" id="{816DE8CE-AEE9-E49E-88F9-7C514D36D6C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6024664"/>
            <a:ext cx="928007" cy="928007"/>
          </a:xfrm>
          <a:prstGeom prst="rect">
            <a:avLst/>
          </a:prstGeom>
        </p:spPr>
      </p:pic>
      <p:pic>
        <p:nvPicPr>
          <p:cNvPr id="8" name="Image 7">
            <a:extLst>
              <a:ext uri="{FF2B5EF4-FFF2-40B4-BE49-F238E27FC236}">
                <a16:creationId xmlns:a16="http://schemas.microsoft.com/office/drawing/2014/main" id="{B3ABB649-733F-F25A-F72F-752AF02E7D1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07559" y="3079304"/>
            <a:ext cx="4075969" cy="2331833"/>
          </a:xfrm>
          <a:prstGeom prst="rect">
            <a:avLst/>
          </a:prstGeom>
        </p:spPr>
      </p:pic>
      <p:sp>
        <p:nvSpPr>
          <p:cNvPr id="10" name="Flèche : courbe vers la droite 9">
            <a:extLst>
              <a:ext uri="{FF2B5EF4-FFF2-40B4-BE49-F238E27FC236}">
                <a16:creationId xmlns:a16="http://schemas.microsoft.com/office/drawing/2014/main" id="{2A956274-671D-BD4E-8756-405AE0095881}"/>
              </a:ext>
            </a:extLst>
          </p:cNvPr>
          <p:cNvSpPr/>
          <p:nvPr/>
        </p:nvSpPr>
        <p:spPr>
          <a:xfrm rot="18762092">
            <a:off x="2553502" y="3044645"/>
            <a:ext cx="660051" cy="1400153"/>
          </a:xfrm>
          <a:prstGeom prst="curvedRightArrow">
            <a:avLst>
              <a:gd name="adj1" fmla="val 18888"/>
              <a:gd name="adj2" fmla="val 50000"/>
              <a:gd name="adj3" fmla="val 28228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6593962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8544E2B-7A4B-35E4-A2E5-1B70F24F6A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re 5">
            <a:extLst>
              <a:ext uri="{FF2B5EF4-FFF2-40B4-BE49-F238E27FC236}">
                <a16:creationId xmlns:a16="http://schemas.microsoft.com/office/drawing/2014/main" id="{ADED2BCE-5261-9E5A-BDD3-8F60119714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67492" y="136526"/>
            <a:ext cx="9601200" cy="1653371"/>
          </a:xfrm>
        </p:spPr>
        <p:txBody>
          <a:bodyPr rtlCol="0"/>
          <a:lstStyle>
            <a:defPPr>
              <a:defRPr lang="fr-FR"/>
            </a:defPPr>
          </a:lstStyle>
          <a:p>
            <a:pPr rtl="0"/>
            <a:r>
              <a:rPr lang="fr-FR" dirty="0"/>
              <a:t>Modifier l’IP de la machine Windows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0CA95199-C0B8-4B69-73CC-1F77D573A99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67493" y="2078305"/>
            <a:ext cx="9384550" cy="3332832"/>
          </a:xfrm>
        </p:spPr>
        <p:txBody>
          <a:bodyPr rtlCol="0"/>
          <a:lstStyle>
            <a:defPPr>
              <a:defRPr lang="fr-FR"/>
            </a:defPPr>
          </a:lstStyle>
          <a:p>
            <a:pPr rtl="0"/>
            <a:r>
              <a:rPr lang="fr-FR" dirty="0"/>
              <a:t>Puis cliquer sur Réseaux centre et partage</a:t>
            </a:r>
          </a:p>
        </p:txBody>
      </p:sp>
      <p:sp>
        <p:nvSpPr>
          <p:cNvPr id="2" name="ZoneTexte 1">
            <a:extLst>
              <a:ext uri="{FF2B5EF4-FFF2-40B4-BE49-F238E27FC236}">
                <a16:creationId xmlns:a16="http://schemas.microsoft.com/office/drawing/2014/main" id="{A81B393E-C440-DDCB-1640-87802603CC1C}"/>
              </a:ext>
            </a:extLst>
          </p:cNvPr>
          <p:cNvSpPr txBox="1"/>
          <p:nvPr/>
        </p:nvSpPr>
        <p:spPr>
          <a:xfrm>
            <a:off x="10552043" y="6488668"/>
            <a:ext cx="163995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>
                <a:solidFill>
                  <a:schemeClr val="bg1"/>
                </a:solidFill>
              </a:rPr>
              <a:t>Castro Nathan</a:t>
            </a:r>
          </a:p>
        </p:txBody>
      </p:sp>
      <p:pic>
        <p:nvPicPr>
          <p:cNvPr id="4" name="Image 3" descr="Une image contenant capture d’écran, Graphique, Police, symbole&#10;&#10;Description générée automatiquement">
            <a:extLst>
              <a:ext uri="{FF2B5EF4-FFF2-40B4-BE49-F238E27FC236}">
                <a16:creationId xmlns:a16="http://schemas.microsoft.com/office/drawing/2014/main" id="{B2391DA7-17EE-2800-D499-7EB39418943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6024664"/>
            <a:ext cx="928007" cy="928007"/>
          </a:xfrm>
          <a:prstGeom prst="rect">
            <a:avLst/>
          </a:prstGeom>
        </p:spPr>
      </p:pic>
      <p:pic>
        <p:nvPicPr>
          <p:cNvPr id="7" name="Image 6">
            <a:extLst>
              <a:ext uri="{FF2B5EF4-FFF2-40B4-BE49-F238E27FC236}">
                <a16:creationId xmlns:a16="http://schemas.microsoft.com/office/drawing/2014/main" id="{4F610A01-CE86-3B25-94DB-661CDC711936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b="36712"/>
          <a:stretch/>
        </p:blipFill>
        <p:spPr>
          <a:xfrm>
            <a:off x="2399168" y="2728817"/>
            <a:ext cx="6449447" cy="2286803"/>
          </a:xfrm>
          <a:prstGeom prst="rect">
            <a:avLst/>
          </a:prstGeom>
        </p:spPr>
      </p:pic>
      <p:sp>
        <p:nvSpPr>
          <p:cNvPr id="9" name="Flèche : gauche 8">
            <a:extLst>
              <a:ext uri="{FF2B5EF4-FFF2-40B4-BE49-F238E27FC236}">
                <a16:creationId xmlns:a16="http://schemas.microsoft.com/office/drawing/2014/main" id="{AD92391B-3D3B-E6DF-D641-2AE50C242F5C}"/>
              </a:ext>
            </a:extLst>
          </p:cNvPr>
          <p:cNvSpPr/>
          <p:nvPr/>
        </p:nvSpPr>
        <p:spPr>
          <a:xfrm rot="20020788">
            <a:off x="4932809" y="3112378"/>
            <a:ext cx="857061" cy="133539"/>
          </a:xfrm>
          <a:prstGeom prst="lef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87540229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F79C61F-7A38-D9EC-EE2F-2C2411D5BD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re 5">
            <a:extLst>
              <a:ext uri="{FF2B5EF4-FFF2-40B4-BE49-F238E27FC236}">
                <a16:creationId xmlns:a16="http://schemas.microsoft.com/office/drawing/2014/main" id="{1070D4AE-2497-9FCE-00A6-362C8C605E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67492" y="136526"/>
            <a:ext cx="9601200" cy="1653371"/>
          </a:xfrm>
        </p:spPr>
        <p:txBody>
          <a:bodyPr rtlCol="0"/>
          <a:lstStyle>
            <a:defPPr>
              <a:defRPr lang="fr-FR"/>
            </a:defPPr>
          </a:lstStyle>
          <a:p>
            <a:pPr rtl="0"/>
            <a:r>
              <a:rPr lang="fr-FR" dirty="0"/>
              <a:t>Modifier l’IP de la machine Windows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4CBCFD89-5489-EB74-D8F9-94A00CB31A1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67493" y="2078305"/>
            <a:ext cx="9384550" cy="3332832"/>
          </a:xfrm>
        </p:spPr>
        <p:txBody>
          <a:bodyPr rtlCol="0"/>
          <a:lstStyle>
            <a:defPPr>
              <a:defRPr lang="fr-FR"/>
            </a:defPPr>
          </a:lstStyle>
          <a:p>
            <a:pPr rtl="0"/>
            <a:r>
              <a:rPr lang="fr-FR" dirty="0"/>
              <a:t>Modifier les paramètres de la carte</a:t>
            </a:r>
          </a:p>
        </p:txBody>
      </p:sp>
      <p:sp>
        <p:nvSpPr>
          <p:cNvPr id="2" name="ZoneTexte 1">
            <a:extLst>
              <a:ext uri="{FF2B5EF4-FFF2-40B4-BE49-F238E27FC236}">
                <a16:creationId xmlns:a16="http://schemas.microsoft.com/office/drawing/2014/main" id="{B5F4B175-A900-A6C2-0F84-F6BA7AE95ACE}"/>
              </a:ext>
            </a:extLst>
          </p:cNvPr>
          <p:cNvSpPr txBox="1"/>
          <p:nvPr/>
        </p:nvSpPr>
        <p:spPr>
          <a:xfrm>
            <a:off x="10552043" y="6488668"/>
            <a:ext cx="163995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>
                <a:solidFill>
                  <a:schemeClr val="bg1"/>
                </a:solidFill>
              </a:rPr>
              <a:t>Castro Nathan</a:t>
            </a:r>
          </a:p>
        </p:txBody>
      </p:sp>
      <p:pic>
        <p:nvPicPr>
          <p:cNvPr id="4" name="Image 3" descr="Une image contenant capture d’écran, Graphique, Police, symbole&#10;&#10;Description générée automatiquement">
            <a:extLst>
              <a:ext uri="{FF2B5EF4-FFF2-40B4-BE49-F238E27FC236}">
                <a16:creationId xmlns:a16="http://schemas.microsoft.com/office/drawing/2014/main" id="{CB7037F0-BC95-33A3-D20A-C22B825E9CD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6024664"/>
            <a:ext cx="928007" cy="928007"/>
          </a:xfrm>
          <a:prstGeom prst="rect">
            <a:avLst/>
          </a:prstGeom>
        </p:spPr>
      </p:pic>
      <p:pic>
        <p:nvPicPr>
          <p:cNvPr id="8" name="Image 7">
            <a:extLst>
              <a:ext uri="{FF2B5EF4-FFF2-40B4-BE49-F238E27FC236}">
                <a16:creationId xmlns:a16="http://schemas.microsoft.com/office/drawing/2014/main" id="{69462C05-5C54-F576-5FC8-A984A0C6949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88685" y="2491211"/>
            <a:ext cx="5388087" cy="3022350"/>
          </a:xfrm>
          <a:prstGeom prst="rect">
            <a:avLst/>
          </a:prstGeom>
        </p:spPr>
      </p:pic>
      <p:sp>
        <p:nvSpPr>
          <p:cNvPr id="10" name="Flèche : droite 9">
            <a:extLst>
              <a:ext uri="{FF2B5EF4-FFF2-40B4-BE49-F238E27FC236}">
                <a16:creationId xmlns:a16="http://schemas.microsoft.com/office/drawing/2014/main" id="{57DE0DD3-B865-A05B-29C6-0B89A6850215}"/>
              </a:ext>
            </a:extLst>
          </p:cNvPr>
          <p:cNvSpPr/>
          <p:nvPr/>
        </p:nvSpPr>
        <p:spPr>
          <a:xfrm>
            <a:off x="2326740" y="3197580"/>
            <a:ext cx="950614" cy="168602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5">
            <p14:nvContentPartPr>
              <p14:cNvPr id="11" name="Encre 10">
                <a:extLst>
                  <a:ext uri="{FF2B5EF4-FFF2-40B4-BE49-F238E27FC236}">
                    <a16:creationId xmlns:a16="http://schemas.microsoft.com/office/drawing/2014/main" id="{6263D9A7-0B30-F956-4ACF-4B468A70D717}"/>
                  </a:ext>
                </a:extLst>
              </p14:cNvPr>
              <p14:cNvContentPartPr/>
              <p14:nvPr/>
            </p14:nvContentPartPr>
            <p14:xfrm>
              <a:off x="4689449" y="3239305"/>
              <a:ext cx="371880" cy="20880"/>
            </p14:xfrm>
          </p:contentPart>
        </mc:Choice>
        <mc:Fallback>
          <p:pic>
            <p:nvPicPr>
              <p:cNvPr id="11" name="Encre 10">
                <a:extLst>
                  <a:ext uri="{FF2B5EF4-FFF2-40B4-BE49-F238E27FC236}">
                    <a16:creationId xmlns:a16="http://schemas.microsoft.com/office/drawing/2014/main" id="{6263D9A7-0B30-F956-4ACF-4B468A70D717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4626449" y="3176665"/>
                <a:ext cx="497520" cy="146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7">
            <p14:nvContentPartPr>
              <p14:cNvPr id="13" name="Encre 12">
                <a:extLst>
                  <a:ext uri="{FF2B5EF4-FFF2-40B4-BE49-F238E27FC236}">
                    <a16:creationId xmlns:a16="http://schemas.microsoft.com/office/drawing/2014/main" id="{CF556948-92B6-EB20-6EE9-EACCA56716EC}"/>
                  </a:ext>
                </a:extLst>
              </p14:cNvPr>
              <p14:cNvContentPartPr/>
              <p14:nvPr/>
            </p14:nvContentPartPr>
            <p14:xfrm>
              <a:off x="6871049" y="3403825"/>
              <a:ext cx="380880" cy="27720"/>
            </p14:xfrm>
          </p:contentPart>
        </mc:Choice>
        <mc:Fallback>
          <p:pic>
            <p:nvPicPr>
              <p:cNvPr id="13" name="Encre 12">
                <a:extLst>
                  <a:ext uri="{FF2B5EF4-FFF2-40B4-BE49-F238E27FC236}">
                    <a16:creationId xmlns:a16="http://schemas.microsoft.com/office/drawing/2014/main" id="{CF556948-92B6-EB20-6EE9-EACCA56716EC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6808409" y="3341185"/>
                <a:ext cx="506520" cy="153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9">
            <p14:nvContentPartPr>
              <p14:cNvPr id="16" name="Encre 15">
                <a:extLst>
                  <a:ext uri="{FF2B5EF4-FFF2-40B4-BE49-F238E27FC236}">
                    <a16:creationId xmlns:a16="http://schemas.microsoft.com/office/drawing/2014/main" id="{B7D29059-281B-DA56-FA6B-4E1171958D04}"/>
                  </a:ext>
                </a:extLst>
              </p14:cNvPr>
              <p14:cNvContentPartPr/>
              <p14:nvPr/>
            </p14:nvContentPartPr>
            <p14:xfrm>
              <a:off x="6888979" y="3452756"/>
              <a:ext cx="360" cy="360"/>
            </p14:xfrm>
          </p:contentPart>
        </mc:Choice>
        <mc:Fallback>
          <p:pic>
            <p:nvPicPr>
              <p:cNvPr id="16" name="Encre 15">
                <a:extLst>
                  <a:ext uri="{FF2B5EF4-FFF2-40B4-BE49-F238E27FC236}">
                    <a16:creationId xmlns:a16="http://schemas.microsoft.com/office/drawing/2014/main" id="{B7D29059-281B-DA56-FA6B-4E1171958D04}"/>
                  </a:ext>
                </a:extLst>
              </p:cNvPr>
              <p:cNvPicPr/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6825979" y="3389756"/>
                <a:ext cx="126000" cy="126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1">
            <p14:nvContentPartPr>
              <p14:cNvPr id="19" name="Encre 18">
                <a:extLst>
                  <a:ext uri="{FF2B5EF4-FFF2-40B4-BE49-F238E27FC236}">
                    <a16:creationId xmlns:a16="http://schemas.microsoft.com/office/drawing/2014/main" id="{D7DE9A52-2E77-7868-3313-E86F50D86629}"/>
                  </a:ext>
                </a:extLst>
              </p14:cNvPr>
              <p14:cNvContentPartPr/>
              <p14:nvPr/>
            </p14:nvContentPartPr>
            <p14:xfrm>
              <a:off x="6824179" y="3357356"/>
              <a:ext cx="14760" cy="5040"/>
            </p14:xfrm>
          </p:contentPart>
        </mc:Choice>
        <mc:Fallback>
          <p:pic>
            <p:nvPicPr>
              <p:cNvPr id="19" name="Encre 18">
                <a:extLst>
                  <a:ext uri="{FF2B5EF4-FFF2-40B4-BE49-F238E27FC236}">
                    <a16:creationId xmlns:a16="http://schemas.microsoft.com/office/drawing/2014/main" id="{D7DE9A52-2E77-7868-3313-E86F50D86629}"/>
                  </a:ext>
                </a:extLst>
              </p:cNvPr>
              <p:cNvPicPr/>
              <p:nvPr/>
            </p:nvPicPr>
            <p:blipFill>
              <a:blip r:embed="rId12"/>
              <a:stretch>
                <a:fillRect/>
              </a:stretch>
            </p:blipFill>
            <p:spPr>
              <a:xfrm>
                <a:off x="6818059" y="3351236"/>
                <a:ext cx="27000" cy="1728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25463609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E53EF41-0D2A-3DD9-B20C-DDFD9E25A1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re 5">
            <a:extLst>
              <a:ext uri="{FF2B5EF4-FFF2-40B4-BE49-F238E27FC236}">
                <a16:creationId xmlns:a16="http://schemas.microsoft.com/office/drawing/2014/main" id="{26A5939C-C27F-87A5-FDD8-878B7546DF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67492" y="136526"/>
            <a:ext cx="9601200" cy="1653371"/>
          </a:xfrm>
        </p:spPr>
        <p:txBody>
          <a:bodyPr rtlCol="0"/>
          <a:lstStyle>
            <a:defPPr>
              <a:defRPr lang="fr-FR"/>
            </a:defPPr>
          </a:lstStyle>
          <a:p>
            <a:pPr rtl="0"/>
            <a:r>
              <a:rPr lang="fr-FR" dirty="0"/>
              <a:t>Modifier l’IP de la machine Windows</a:t>
            </a:r>
          </a:p>
        </p:txBody>
      </p:sp>
      <p:pic>
        <p:nvPicPr>
          <p:cNvPr id="9" name="Espace réservé du contenu 8">
            <a:extLst>
              <a:ext uri="{FF2B5EF4-FFF2-40B4-BE49-F238E27FC236}">
                <a16:creationId xmlns:a16="http://schemas.microsoft.com/office/drawing/2014/main" id="{D427582E-219F-3109-6B7F-FEC4E6BA699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2843627" y="2070418"/>
            <a:ext cx="5940232" cy="3333750"/>
          </a:xfrm>
        </p:spPr>
      </p:pic>
      <p:sp>
        <p:nvSpPr>
          <p:cNvPr id="2" name="ZoneTexte 1">
            <a:extLst>
              <a:ext uri="{FF2B5EF4-FFF2-40B4-BE49-F238E27FC236}">
                <a16:creationId xmlns:a16="http://schemas.microsoft.com/office/drawing/2014/main" id="{9952106E-FB5B-84E6-C26E-99A65A84640B}"/>
              </a:ext>
            </a:extLst>
          </p:cNvPr>
          <p:cNvSpPr txBox="1"/>
          <p:nvPr/>
        </p:nvSpPr>
        <p:spPr>
          <a:xfrm>
            <a:off x="10552043" y="6488668"/>
            <a:ext cx="163995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>
                <a:solidFill>
                  <a:schemeClr val="bg1"/>
                </a:solidFill>
              </a:rPr>
              <a:t>Castro Nathan</a:t>
            </a:r>
          </a:p>
        </p:txBody>
      </p:sp>
      <p:pic>
        <p:nvPicPr>
          <p:cNvPr id="4" name="Image 3" descr="Une image contenant capture d’écran, Graphique, Police, symbole&#10;&#10;Description générée automatiquement">
            <a:extLst>
              <a:ext uri="{FF2B5EF4-FFF2-40B4-BE49-F238E27FC236}">
                <a16:creationId xmlns:a16="http://schemas.microsoft.com/office/drawing/2014/main" id="{E4A600ED-EE9C-6C68-CD6B-1C17B1ACBEB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6024664"/>
            <a:ext cx="928007" cy="928007"/>
          </a:xfrm>
          <a:prstGeom prst="rect">
            <a:avLst/>
          </a:prstGeom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5">
            <p14:nvContentPartPr>
              <p14:cNvPr id="5" name="Encre 4">
                <a:extLst>
                  <a:ext uri="{FF2B5EF4-FFF2-40B4-BE49-F238E27FC236}">
                    <a16:creationId xmlns:a16="http://schemas.microsoft.com/office/drawing/2014/main" id="{5A55A30A-F97E-7EE0-55B6-FB02413DE4C4}"/>
                  </a:ext>
                </a:extLst>
              </p14:cNvPr>
              <p14:cNvContentPartPr/>
              <p14:nvPr/>
            </p14:nvContentPartPr>
            <p14:xfrm>
              <a:off x="4107240" y="3550740"/>
              <a:ext cx="360" cy="360"/>
            </p14:xfrm>
          </p:contentPart>
        </mc:Choice>
        <mc:Fallback>
          <p:pic>
            <p:nvPicPr>
              <p:cNvPr id="5" name="Encre 4">
                <a:extLst>
                  <a:ext uri="{FF2B5EF4-FFF2-40B4-BE49-F238E27FC236}">
                    <a16:creationId xmlns:a16="http://schemas.microsoft.com/office/drawing/2014/main" id="{5A55A30A-F97E-7EE0-55B6-FB02413DE4C4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4101120" y="3544620"/>
                <a:ext cx="12600" cy="12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7">
            <p14:nvContentPartPr>
              <p14:cNvPr id="12" name="Encre 11">
                <a:extLst>
                  <a:ext uri="{FF2B5EF4-FFF2-40B4-BE49-F238E27FC236}">
                    <a16:creationId xmlns:a16="http://schemas.microsoft.com/office/drawing/2014/main" id="{D4C7706B-53B4-E13D-5551-A861D80CA618}"/>
                  </a:ext>
                </a:extLst>
              </p14:cNvPr>
              <p14:cNvContentPartPr/>
              <p14:nvPr/>
            </p14:nvContentPartPr>
            <p14:xfrm>
              <a:off x="5920665" y="2825280"/>
              <a:ext cx="456480" cy="61560"/>
            </p14:xfrm>
          </p:contentPart>
        </mc:Choice>
        <mc:Fallback>
          <p:pic>
            <p:nvPicPr>
              <p:cNvPr id="12" name="Encre 11">
                <a:extLst>
                  <a:ext uri="{FF2B5EF4-FFF2-40B4-BE49-F238E27FC236}">
                    <a16:creationId xmlns:a16="http://schemas.microsoft.com/office/drawing/2014/main" id="{D4C7706B-53B4-E13D-5551-A861D80CA618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5914545" y="2819160"/>
                <a:ext cx="468720" cy="73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9">
            <p14:nvContentPartPr>
              <p14:cNvPr id="14" name="Encre 13">
                <a:extLst>
                  <a:ext uri="{FF2B5EF4-FFF2-40B4-BE49-F238E27FC236}">
                    <a16:creationId xmlns:a16="http://schemas.microsoft.com/office/drawing/2014/main" id="{B1E50F23-4D49-A283-6592-B3A69A839900}"/>
                  </a:ext>
                </a:extLst>
              </p14:cNvPr>
              <p14:cNvContentPartPr/>
              <p14:nvPr/>
            </p14:nvContentPartPr>
            <p14:xfrm>
              <a:off x="5938665" y="2827440"/>
              <a:ext cx="219960" cy="43560"/>
            </p14:xfrm>
          </p:contentPart>
        </mc:Choice>
        <mc:Fallback>
          <p:pic>
            <p:nvPicPr>
              <p:cNvPr id="14" name="Encre 13">
                <a:extLst>
                  <a:ext uri="{FF2B5EF4-FFF2-40B4-BE49-F238E27FC236}">
                    <a16:creationId xmlns:a16="http://schemas.microsoft.com/office/drawing/2014/main" id="{B1E50F23-4D49-A283-6592-B3A69A839900}"/>
                  </a:ext>
                </a:extLst>
              </p:cNvPr>
              <p:cNvPicPr/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5932545" y="2821320"/>
                <a:ext cx="232200" cy="55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1">
            <p14:nvContentPartPr>
              <p14:cNvPr id="15" name="Encre 14">
                <a:extLst>
                  <a:ext uri="{FF2B5EF4-FFF2-40B4-BE49-F238E27FC236}">
                    <a16:creationId xmlns:a16="http://schemas.microsoft.com/office/drawing/2014/main" id="{C52EE847-DE59-B58E-E02E-8C8FE244CFD2}"/>
                  </a:ext>
                </a:extLst>
              </p14:cNvPr>
              <p14:cNvContentPartPr/>
              <p14:nvPr/>
            </p14:nvContentPartPr>
            <p14:xfrm>
              <a:off x="5943020" y="2831960"/>
              <a:ext cx="96480" cy="33480"/>
            </p14:xfrm>
          </p:contentPart>
        </mc:Choice>
        <mc:Fallback>
          <p:pic>
            <p:nvPicPr>
              <p:cNvPr id="15" name="Encre 14">
                <a:extLst>
                  <a:ext uri="{FF2B5EF4-FFF2-40B4-BE49-F238E27FC236}">
                    <a16:creationId xmlns:a16="http://schemas.microsoft.com/office/drawing/2014/main" id="{C52EE847-DE59-B58E-E02E-8C8FE244CFD2}"/>
                  </a:ext>
                </a:extLst>
              </p:cNvPr>
              <p:cNvPicPr/>
              <p:nvPr/>
            </p:nvPicPr>
            <p:blipFill>
              <a:blip r:embed="rId12"/>
              <a:stretch>
                <a:fillRect/>
              </a:stretch>
            </p:blipFill>
            <p:spPr>
              <a:xfrm>
                <a:off x="5936900" y="2825840"/>
                <a:ext cx="108720" cy="45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3">
            <p14:nvContentPartPr>
              <p14:cNvPr id="17" name="Encre 16">
                <a:extLst>
                  <a:ext uri="{FF2B5EF4-FFF2-40B4-BE49-F238E27FC236}">
                    <a16:creationId xmlns:a16="http://schemas.microsoft.com/office/drawing/2014/main" id="{0A5571D0-9718-0328-BB72-CB4AE708B8B4}"/>
                  </a:ext>
                </a:extLst>
              </p14:cNvPr>
              <p14:cNvContentPartPr/>
              <p14:nvPr/>
            </p14:nvContentPartPr>
            <p14:xfrm>
              <a:off x="5919980" y="2830520"/>
              <a:ext cx="124920" cy="48600"/>
            </p14:xfrm>
          </p:contentPart>
        </mc:Choice>
        <mc:Fallback>
          <p:pic>
            <p:nvPicPr>
              <p:cNvPr id="17" name="Encre 16">
                <a:extLst>
                  <a:ext uri="{FF2B5EF4-FFF2-40B4-BE49-F238E27FC236}">
                    <a16:creationId xmlns:a16="http://schemas.microsoft.com/office/drawing/2014/main" id="{0A5571D0-9718-0328-BB72-CB4AE708B8B4}"/>
                  </a:ext>
                </a:extLst>
              </p:cNvPr>
              <p:cNvPicPr/>
              <p:nvPr/>
            </p:nvPicPr>
            <p:blipFill>
              <a:blip r:embed="rId14"/>
              <a:stretch>
                <a:fillRect/>
              </a:stretch>
            </p:blipFill>
            <p:spPr>
              <a:xfrm>
                <a:off x="5913860" y="2824400"/>
                <a:ext cx="137160" cy="60840"/>
              </a:xfrm>
              <a:prstGeom prst="rect">
                <a:avLst/>
              </a:prstGeom>
            </p:spPr>
          </p:pic>
        </mc:Fallback>
      </mc:AlternateContent>
      <p:sp>
        <p:nvSpPr>
          <p:cNvPr id="18" name="Flèche : haut 17">
            <a:extLst>
              <a:ext uri="{FF2B5EF4-FFF2-40B4-BE49-F238E27FC236}">
                <a16:creationId xmlns:a16="http://schemas.microsoft.com/office/drawing/2014/main" id="{017521A9-A562-C71E-292B-03D3507B847B}"/>
              </a:ext>
            </a:extLst>
          </p:cNvPr>
          <p:cNvSpPr/>
          <p:nvPr/>
        </p:nvSpPr>
        <p:spPr>
          <a:xfrm>
            <a:off x="5991570" y="3090420"/>
            <a:ext cx="157335" cy="590040"/>
          </a:xfrm>
          <a:prstGeom prst="up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169565099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A60E092-4C22-45CD-48A2-B83F555829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re 5">
            <a:extLst>
              <a:ext uri="{FF2B5EF4-FFF2-40B4-BE49-F238E27FC236}">
                <a16:creationId xmlns:a16="http://schemas.microsoft.com/office/drawing/2014/main" id="{5CB96523-3C5D-05FF-4987-04D02905EF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67492" y="136526"/>
            <a:ext cx="9601200" cy="1653371"/>
          </a:xfrm>
        </p:spPr>
        <p:txBody>
          <a:bodyPr rtlCol="0"/>
          <a:lstStyle>
            <a:defPPr>
              <a:defRPr lang="fr-FR"/>
            </a:defPPr>
          </a:lstStyle>
          <a:p>
            <a:pPr rtl="0"/>
            <a:r>
              <a:rPr lang="fr-FR" dirty="0"/>
              <a:t>Modifier l’IP de la machine Windows</a:t>
            </a:r>
          </a:p>
        </p:txBody>
      </p:sp>
      <p:sp>
        <p:nvSpPr>
          <p:cNvPr id="2" name="ZoneTexte 1">
            <a:extLst>
              <a:ext uri="{FF2B5EF4-FFF2-40B4-BE49-F238E27FC236}">
                <a16:creationId xmlns:a16="http://schemas.microsoft.com/office/drawing/2014/main" id="{B285E230-0D88-6BFB-0512-B19829B1DC93}"/>
              </a:ext>
            </a:extLst>
          </p:cNvPr>
          <p:cNvSpPr txBox="1"/>
          <p:nvPr/>
        </p:nvSpPr>
        <p:spPr>
          <a:xfrm>
            <a:off x="10552043" y="6488668"/>
            <a:ext cx="163995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>
                <a:solidFill>
                  <a:schemeClr val="bg1"/>
                </a:solidFill>
              </a:rPr>
              <a:t>Castro Nathan</a:t>
            </a:r>
          </a:p>
        </p:txBody>
      </p:sp>
      <p:pic>
        <p:nvPicPr>
          <p:cNvPr id="4" name="Image 3" descr="Une image contenant capture d’écran, Graphique, Police, symbole&#10;&#10;Description générée automatiquement">
            <a:extLst>
              <a:ext uri="{FF2B5EF4-FFF2-40B4-BE49-F238E27FC236}">
                <a16:creationId xmlns:a16="http://schemas.microsoft.com/office/drawing/2014/main" id="{B057AAB4-874F-7B7E-1D75-DB0CCEA20BE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6024664"/>
            <a:ext cx="928007" cy="928007"/>
          </a:xfrm>
          <a:prstGeom prst="rect">
            <a:avLst/>
          </a:prstGeom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4">
            <p14:nvContentPartPr>
              <p14:cNvPr id="5" name="Encre 4">
                <a:extLst>
                  <a:ext uri="{FF2B5EF4-FFF2-40B4-BE49-F238E27FC236}">
                    <a16:creationId xmlns:a16="http://schemas.microsoft.com/office/drawing/2014/main" id="{031E55D3-A494-FB72-7970-9CC196139884}"/>
                  </a:ext>
                </a:extLst>
              </p14:cNvPr>
              <p14:cNvContentPartPr/>
              <p14:nvPr/>
            </p14:nvContentPartPr>
            <p14:xfrm>
              <a:off x="4107240" y="3550740"/>
              <a:ext cx="360" cy="360"/>
            </p14:xfrm>
          </p:contentPart>
        </mc:Choice>
        <mc:Fallback>
          <p:pic>
            <p:nvPicPr>
              <p:cNvPr id="5" name="Encre 4">
                <a:extLst>
                  <a:ext uri="{FF2B5EF4-FFF2-40B4-BE49-F238E27FC236}">
                    <a16:creationId xmlns:a16="http://schemas.microsoft.com/office/drawing/2014/main" id="{031E55D3-A494-FB72-7970-9CC196139884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4101120" y="3544620"/>
                <a:ext cx="12600" cy="12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6">
            <p14:nvContentPartPr>
              <p14:cNvPr id="12" name="Encre 11">
                <a:extLst>
                  <a:ext uri="{FF2B5EF4-FFF2-40B4-BE49-F238E27FC236}">
                    <a16:creationId xmlns:a16="http://schemas.microsoft.com/office/drawing/2014/main" id="{A240A61F-0753-379E-B8BB-D0C95A87CAF5}"/>
                  </a:ext>
                </a:extLst>
              </p14:cNvPr>
              <p14:cNvContentPartPr/>
              <p14:nvPr/>
            </p14:nvContentPartPr>
            <p14:xfrm>
              <a:off x="5920665" y="2825280"/>
              <a:ext cx="456480" cy="61560"/>
            </p14:xfrm>
          </p:contentPart>
        </mc:Choice>
        <mc:Fallback>
          <p:pic>
            <p:nvPicPr>
              <p:cNvPr id="12" name="Encre 11">
                <a:extLst>
                  <a:ext uri="{FF2B5EF4-FFF2-40B4-BE49-F238E27FC236}">
                    <a16:creationId xmlns:a16="http://schemas.microsoft.com/office/drawing/2014/main" id="{A240A61F-0753-379E-B8BB-D0C95A87CAF5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5914540" y="2819160"/>
                <a:ext cx="468730" cy="73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8">
            <p14:nvContentPartPr>
              <p14:cNvPr id="14" name="Encre 13">
                <a:extLst>
                  <a:ext uri="{FF2B5EF4-FFF2-40B4-BE49-F238E27FC236}">
                    <a16:creationId xmlns:a16="http://schemas.microsoft.com/office/drawing/2014/main" id="{044FF708-8C74-D8B7-42BC-ADD28D54D546}"/>
                  </a:ext>
                </a:extLst>
              </p14:cNvPr>
              <p14:cNvContentPartPr/>
              <p14:nvPr/>
            </p14:nvContentPartPr>
            <p14:xfrm>
              <a:off x="5938665" y="2827440"/>
              <a:ext cx="219960" cy="43560"/>
            </p14:xfrm>
          </p:contentPart>
        </mc:Choice>
        <mc:Fallback>
          <p:pic>
            <p:nvPicPr>
              <p:cNvPr id="14" name="Encre 13">
                <a:extLst>
                  <a:ext uri="{FF2B5EF4-FFF2-40B4-BE49-F238E27FC236}">
                    <a16:creationId xmlns:a16="http://schemas.microsoft.com/office/drawing/2014/main" id="{044FF708-8C74-D8B7-42BC-ADD28D54D546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5932545" y="2821370"/>
                <a:ext cx="232200" cy="557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0">
            <p14:nvContentPartPr>
              <p14:cNvPr id="15" name="Encre 14">
                <a:extLst>
                  <a:ext uri="{FF2B5EF4-FFF2-40B4-BE49-F238E27FC236}">
                    <a16:creationId xmlns:a16="http://schemas.microsoft.com/office/drawing/2014/main" id="{726B0702-84AC-62FE-BD39-9A9983017396}"/>
                  </a:ext>
                </a:extLst>
              </p14:cNvPr>
              <p14:cNvContentPartPr/>
              <p14:nvPr/>
            </p14:nvContentPartPr>
            <p14:xfrm>
              <a:off x="5943020" y="2831960"/>
              <a:ext cx="96480" cy="33480"/>
            </p14:xfrm>
          </p:contentPart>
        </mc:Choice>
        <mc:Fallback>
          <p:pic>
            <p:nvPicPr>
              <p:cNvPr id="15" name="Encre 14">
                <a:extLst>
                  <a:ext uri="{FF2B5EF4-FFF2-40B4-BE49-F238E27FC236}">
                    <a16:creationId xmlns:a16="http://schemas.microsoft.com/office/drawing/2014/main" id="{726B0702-84AC-62FE-BD39-9A9983017396}"/>
                  </a:ext>
                </a:extLst>
              </p:cNvPr>
              <p:cNvPicPr/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5936900" y="2825840"/>
                <a:ext cx="108720" cy="45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2">
            <p14:nvContentPartPr>
              <p14:cNvPr id="17" name="Encre 16">
                <a:extLst>
                  <a:ext uri="{FF2B5EF4-FFF2-40B4-BE49-F238E27FC236}">
                    <a16:creationId xmlns:a16="http://schemas.microsoft.com/office/drawing/2014/main" id="{8E7AB96C-5D02-7351-AB1F-FBC459C2CB42}"/>
                  </a:ext>
                </a:extLst>
              </p14:cNvPr>
              <p14:cNvContentPartPr/>
              <p14:nvPr/>
            </p14:nvContentPartPr>
            <p14:xfrm>
              <a:off x="5919980" y="2830520"/>
              <a:ext cx="124920" cy="48600"/>
            </p14:xfrm>
          </p:contentPart>
        </mc:Choice>
        <mc:Fallback>
          <p:pic>
            <p:nvPicPr>
              <p:cNvPr id="17" name="Encre 16">
                <a:extLst>
                  <a:ext uri="{FF2B5EF4-FFF2-40B4-BE49-F238E27FC236}">
                    <a16:creationId xmlns:a16="http://schemas.microsoft.com/office/drawing/2014/main" id="{8E7AB96C-5D02-7351-AB1F-FBC459C2CB42}"/>
                  </a:ext>
                </a:extLst>
              </p:cNvPr>
              <p:cNvPicPr/>
              <p:nvPr/>
            </p:nvPicPr>
            <p:blipFill>
              <a:blip r:embed="rId13"/>
              <a:stretch>
                <a:fillRect/>
              </a:stretch>
            </p:blipFill>
            <p:spPr>
              <a:xfrm>
                <a:off x="5913860" y="2824354"/>
                <a:ext cx="137160" cy="60931"/>
              </a:xfrm>
              <a:prstGeom prst="rect">
                <a:avLst/>
              </a:prstGeom>
            </p:spPr>
          </p:pic>
        </mc:Fallback>
      </mc:AlternateContent>
      <p:sp>
        <p:nvSpPr>
          <p:cNvPr id="7" name="Espace réservé du contenu 6">
            <a:extLst>
              <a:ext uri="{FF2B5EF4-FFF2-40B4-BE49-F238E27FC236}">
                <a16:creationId xmlns:a16="http://schemas.microsoft.com/office/drawing/2014/main" id="{792AC643-BB3E-0530-2281-1B5AC9A9E22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67492" y="1884323"/>
            <a:ext cx="4663440" cy="3332832"/>
          </a:xfrm>
        </p:spPr>
        <p:txBody>
          <a:bodyPr/>
          <a:lstStyle/>
          <a:p>
            <a:r>
              <a:rPr lang="fr-FR" dirty="0"/>
              <a:t>Cette fenêtre apparait et il faut cliquer sur propriétés et sur OUI</a:t>
            </a:r>
          </a:p>
        </p:txBody>
      </p:sp>
      <p:pic>
        <p:nvPicPr>
          <p:cNvPr id="10" name="Image 9">
            <a:extLst>
              <a:ext uri="{FF2B5EF4-FFF2-40B4-BE49-F238E27FC236}">
                <a16:creationId xmlns:a16="http://schemas.microsoft.com/office/drawing/2014/main" id="{2E651955-F245-E9E2-D174-D4A59DFB38B1}"/>
              </a:ext>
            </a:extLst>
      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5035345" y="2375796"/>
            <a:ext cx="2683600" cy="3356390"/>
          </a:xfrm>
          <a:prstGeom prst="rect">
            <a:avLst/>
          </a:prstGeom>
        </p:spPr>
      </p:pic>
      <p:sp>
        <p:nvSpPr>
          <p:cNvPr id="11" name="Flèche : courbe vers la droite 10">
            <a:extLst>
              <a:ext uri="{FF2B5EF4-FFF2-40B4-BE49-F238E27FC236}">
                <a16:creationId xmlns:a16="http://schemas.microsoft.com/office/drawing/2014/main" id="{6E7F6080-4E7C-303D-4334-B01B1548430F}"/>
              </a:ext>
            </a:extLst>
          </p:cNvPr>
          <p:cNvSpPr/>
          <p:nvPr/>
        </p:nvSpPr>
        <p:spPr>
          <a:xfrm rot="18346391">
            <a:off x="3964095" y="4241951"/>
            <a:ext cx="736860" cy="1905000"/>
          </a:xfrm>
          <a:prstGeom prst="curved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4332124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A6FDC54-6BA7-A1CE-17CA-1C70A4D247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re 5">
            <a:extLst>
              <a:ext uri="{FF2B5EF4-FFF2-40B4-BE49-F238E27FC236}">
                <a16:creationId xmlns:a16="http://schemas.microsoft.com/office/drawing/2014/main" id="{CB2D3E71-047C-5B2A-2FDF-940E83A99F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67492" y="136526"/>
            <a:ext cx="9601200" cy="1653371"/>
          </a:xfrm>
        </p:spPr>
        <p:txBody>
          <a:bodyPr rtlCol="0"/>
          <a:lstStyle>
            <a:defPPr>
              <a:defRPr lang="fr-FR"/>
            </a:defPPr>
          </a:lstStyle>
          <a:p>
            <a:pPr rtl="0"/>
            <a:r>
              <a:rPr lang="fr-FR" dirty="0"/>
              <a:t>Modifier l’IP de la machine Windows</a:t>
            </a:r>
          </a:p>
        </p:txBody>
      </p:sp>
      <p:sp>
        <p:nvSpPr>
          <p:cNvPr id="2" name="ZoneTexte 1">
            <a:extLst>
              <a:ext uri="{FF2B5EF4-FFF2-40B4-BE49-F238E27FC236}">
                <a16:creationId xmlns:a16="http://schemas.microsoft.com/office/drawing/2014/main" id="{F253924A-ECDF-F697-EFC9-24127D189A05}"/>
              </a:ext>
            </a:extLst>
          </p:cNvPr>
          <p:cNvSpPr txBox="1"/>
          <p:nvPr/>
        </p:nvSpPr>
        <p:spPr>
          <a:xfrm>
            <a:off x="10552043" y="6488668"/>
            <a:ext cx="163995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>
                <a:solidFill>
                  <a:schemeClr val="bg1"/>
                </a:solidFill>
              </a:rPr>
              <a:t>Castro Nathan</a:t>
            </a:r>
          </a:p>
        </p:txBody>
      </p:sp>
      <p:pic>
        <p:nvPicPr>
          <p:cNvPr id="4" name="Image 3" descr="Une image contenant capture d’écran, Graphique, Police, symbole&#10;&#10;Description générée automatiquement">
            <a:extLst>
              <a:ext uri="{FF2B5EF4-FFF2-40B4-BE49-F238E27FC236}">
                <a16:creationId xmlns:a16="http://schemas.microsoft.com/office/drawing/2014/main" id="{C68F2645-2230-BEC2-CA22-7BAA5058886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6024664"/>
            <a:ext cx="928007" cy="928007"/>
          </a:xfrm>
          <a:prstGeom prst="rect">
            <a:avLst/>
          </a:prstGeom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4">
            <p14:nvContentPartPr>
              <p14:cNvPr id="5" name="Encre 4">
                <a:extLst>
                  <a:ext uri="{FF2B5EF4-FFF2-40B4-BE49-F238E27FC236}">
                    <a16:creationId xmlns:a16="http://schemas.microsoft.com/office/drawing/2014/main" id="{8FA14356-A5E4-40EE-1E9C-D58FC9A739D2}"/>
                  </a:ext>
                </a:extLst>
              </p14:cNvPr>
              <p14:cNvContentPartPr/>
              <p14:nvPr/>
            </p14:nvContentPartPr>
            <p14:xfrm>
              <a:off x="4107240" y="3550740"/>
              <a:ext cx="360" cy="360"/>
            </p14:xfrm>
          </p:contentPart>
        </mc:Choice>
        <mc:Fallback>
          <p:pic>
            <p:nvPicPr>
              <p:cNvPr id="5" name="Encre 4">
                <a:extLst>
                  <a:ext uri="{FF2B5EF4-FFF2-40B4-BE49-F238E27FC236}">
                    <a16:creationId xmlns:a16="http://schemas.microsoft.com/office/drawing/2014/main" id="{8FA14356-A5E4-40EE-1E9C-D58FC9A739D2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4101120" y="3544620"/>
                <a:ext cx="12600" cy="12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6">
            <p14:nvContentPartPr>
              <p14:cNvPr id="12" name="Encre 11">
                <a:extLst>
                  <a:ext uri="{FF2B5EF4-FFF2-40B4-BE49-F238E27FC236}">
                    <a16:creationId xmlns:a16="http://schemas.microsoft.com/office/drawing/2014/main" id="{48C3AF72-9A23-987F-28CC-C663B569C6E4}"/>
                  </a:ext>
                </a:extLst>
              </p14:cNvPr>
              <p14:cNvContentPartPr/>
              <p14:nvPr/>
            </p14:nvContentPartPr>
            <p14:xfrm>
              <a:off x="5920665" y="2825280"/>
              <a:ext cx="456480" cy="61560"/>
            </p14:xfrm>
          </p:contentPart>
        </mc:Choice>
        <mc:Fallback>
          <p:pic>
            <p:nvPicPr>
              <p:cNvPr id="12" name="Encre 11">
                <a:extLst>
                  <a:ext uri="{FF2B5EF4-FFF2-40B4-BE49-F238E27FC236}">
                    <a16:creationId xmlns:a16="http://schemas.microsoft.com/office/drawing/2014/main" id="{48C3AF72-9A23-987F-28CC-C663B569C6E4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5914540" y="2819160"/>
                <a:ext cx="468730" cy="73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8">
            <p14:nvContentPartPr>
              <p14:cNvPr id="14" name="Encre 13">
                <a:extLst>
                  <a:ext uri="{FF2B5EF4-FFF2-40B4-BE49-F238E27FC236}">
                    <a16:creationId xmlns:a16="http://schemas.microsoft.com/office/drawing/2014/main" id="{610C9B8F-3234-E9DF-3411-8B4FFD4C6A61}"/>
                  </a:ext>
                </a:extLst>
              </p14:cNvPr>
              <p14:cNvContentPartPr/>
              <p14:nvPr/>
            </p14:nvContentPartPr>
            <p14:xfrm>
              <a:off x="5938665" y="2827440"/>
              <a:ext cx="219960" cy="43560"/>
            </p14:xfrm>
          </p:contentPart>
        </mc:Choice>
        <mc:Fallback>
          <p:pic>
            <p:nvPicPr>
              <p:cNvPr id="14" name="Encre 13">
                <a:extLst>
                  <a:ext uri="{FF2B5EF4-FFF2-40B4-BE49-F238E27FC236}">
                    <a16:creationId xmlns:a16="http://schemas.microsoft.com/office/drawing/2014/main" id="{610C9B8F-3234-E9DF-3411-8B4FFD4C6A61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5932545" y="2821370"/>
                <a:ext cx="232200" cy="557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0">
            <p14:nvContentPartPr>
              <p14:cNvPr id="15" name="Encre 14">
                <a:extLst>
                  <a:ext uri="{FF2B5EF4-FFF2-40B4-BE49-F238E27FC236}">
                    <a16:creationId xmlns:a16="http://schemas.microsoft.com/office/drawing/2014/main" id="{4507A349-A28D-2145-7277-437A8868EEFE}"/>
                  </a:ext>
                </a:extLst>
              </p14:cNvPr>
              <p14:cNvContentPartPr/>
              <p14:nvPr/>
            </p14:nvContentPartPr>
            <p14:xfrm>
              <a:off x="5943020" y="2831960"/>
              <a:ext cx="96480" cy="33480"/>
            </p14:xfrm>
          </p:contentPart>
        </mc:Choice>
        <mc:Fallback>
          <p:pic>
            <p:nvPicPr>
              <p:cNvPr id="15" name="Encre 14">
                <a:extLst>
                  <a:ext uri="{FF2B5EF4-FFF2-40B4-BE49-F238E27FC236}">
                    <a16:creationId xmlns:a16="http://schemas.microsoft.com/office/drawing/2014/main" id="{4507A349-A28D-2145-7277-437A8868EEFE}"/>
                  </a:ext>
                </a:extLst>
              </p:cNvPr>
              <p:cNvPicPr/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5936900" y="2825840"/>
                <a:ext cx="108720" cy="45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2">
            <p14:nvContentPartPr>
              <p14:cNvPr id="17" name="Encre 16">
                <a:extLst>
                  <a:ext uri="{FF2B5EF4-FFF2-40B4-BE49-F238E27FC236}">
                    <a16:creationId xmlns:a16="http://schemas.microsoft.com/office/drawing/2014/main" id="{ECC6BB2E-B415-53FC-97A7-FBD3A156A9C6}"/>
                  </a:ext>
                </a:extLst>
              </p14:cNvPr>
              <p14:cNvContentPartPr/>
              <p14:nvPr/>
            </p14:nvContentPartPr>
            <p14:xfrm>
              <a:off x="5919980" y="2830520"/>
              <a:ext cx="124920" cy="48600"/>
            </p14:xfrm>
          </p:contentPart>
        </mc:Choice>
        <mc:Fallback>
          <p:pic>
            <p:nvPicPr>
              <p:cNvPr id="17" name="Encre 16">
                <a:extLst>
                  <a:ext uri="{FF2B5EF4-FFF2-40B4-BE49-F238E27FC236}">
                    <a16:creationId xmlns:a16="http://schemas.microsoft.com/office/drawing/2014/main" id="{ECC6BB2E-B415-53FC-97A7-FBD3A156A9C6}"/>
                  </a:ext>
                </a:extLst>
              </p:cNvPr>
              <p:cNvPicPr/>
              <p:nvPr/>
            </p:nvPicPr>
            <p:blipFill>
              <a:blip r:embed="rId13"/>
              <a:stretch>
                <a:fillRect/>
              </a:stretch>
            </p:blipFill>
            <p:spPr>
              <a:xfrm>
                <a:off x="5913860" y="2824354"/>
                <a:ext cx="137160" cy="60931"/>
              </a:xfrm>
              <a:prstGeom prst="rect">
                <a:avLst/>
              </a:prstGeom>
            </p:spPr>
          </p:pic>
        </mc:Fallback>
      </mc:AlternateContent>
      <p:sp>
        <p:nvSpPr>
          <p:cNvPr id="7" name="Espace réservé du contenu 6">
            <a:extLst>
              <a:ext uri="{FF2B5EF4-FFF2-40B4-BE49-F238E27FC236}">
                <a16:creationId xmlns:a16="http://schemas.microsoft.com/office/drawing/2014/main" id="{93A1E85D-461C-8504-CBCF-6AAD69E0ACC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67492" y="1884323"/>
            <a:ext cx="4663440" cy="3332832"/>
          </a:xfrm>
        </p:spPr>
        <p:txBody>
          <a:bodyPr/>
          <a:lstStyle/>
          <a:p>
            <a:r>
              <a:rPr lang="fr-FR" dirty="0"/>
              <a:t>Et pour finir sur </a:t>
            </a:r>
          </a:p>
          <a:p>
            <a:r>
              <a:rPr lang="fr-FR" dirty="0"/>
              <a:t>Protocole Internet version 4 (TCP/IPV4)</a:t>
            </a:r>
          </a:p>
        </p:txBody>
      </p:sp>
      <p:pic>
        <p:nvPicPr>
          <p:cNvPr id="8" name="Image 7">
            <a:extLst>
              <a:ext uri="{FF2B5EF4-FFF2-40B4-BE49-F238E27FC236}">
                <a16:creationId xmlns:a16="http://schemas.microsoft.com/office/drawing/2014/main" id="{37B1EF86-BFF7-1A79-5690-79A1E9BEA420}"/>
              </a:ext>
            </a:extLst>
      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2090395" y="2810517"/>
            <a:ext cx="2817634" cy="3026348"/>
          </a:xfrm>
          <a:prstGeom prst="rect">
            <a:avLst/>
          </a:prstGeom>
        </p:spPr>
      </p:pic>
      <p:sp>
        <p:nvSpPr>
          <p:cNvPr id="9" name="Flèche : droite 8">
            <a:extLst>
              <a:ext uri="{FF2B5EF4-FFF2-40B4-BE49-F238E27FC236}">
                <a16:creationId xmlns:a16="http://schemas.microsoft.com/office/drawing/2014/main" id="{1ACF5424-D93A-D8D7-CC88-F52AC8227D77}"/>
              </a:ext>
            </a:extLst>
          </p:cNvPr>
          <p:cNvSpPr/>
          <p:nvPr/>
        </p:nvSpPr>
        <p:spPr>
          <a:xfrm>
            <a:off x="1569720" y="4336696"/>
            <a:ext cx="599087" cy="95909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3" name="Flèche : droite 12">
            <a:extLst>
              <a:ext uri="{FF2B5EF4-FFF2-40B4-BE49-F238E27FC236}">
                <a16:creationId xmlns:a16="http://schemas.microsoft.com/office/drawing/2014/main" id="{844E7235-47AA-81D0-72C0-9CC151667DDD}"/>
              </a:ext>
            </a:extLst>
          </p:cNvPr>
          <p:cNvSpPr/>
          <p:nvPr/>
        </p:nvSpPr>
        <p:spPr>
          <a:xfrm rot="20345931">
            <a:off x="5705564" y="3926656"/>
            <a:ext cx="759965" cy="655500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pic>
        <p:nvPicPr>
          <p:cNvPr id="18" name="Image 17">
            <a:extLst>
              <a:ext uri="{FF2B5EF4-FFF2-40B4-BE49-F238E27FC236}">
                <a16:creationId xmlns:a16="http://schemas.microsoft.com/office/drawing/2014/main" id="{2D95F247-ECD0-DBB5-5786-0DE438D0024C}"/>
              </a:ext>
            </a:extLst>
      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7283971" y="2006196"/>
            <a:ext cx="2817634" cy="32109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4818007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DF85B98-45AC-A5D1-9430-8B890D311C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re 5">
            <a:extLst>
              <a:ext uri="{FF2B5EF4-FFF2-40B4-BE49-F238E27FC236}">
                <a16:creationId xmlns:a16="http://schemas.microsoft.com/office/drawing/2014/main" id="{10FD4DBD-2D70-F394-27A5-D58D45BE05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67492" y="136526"/>
            <a:ext cx="9601200" cy="1653371"/>
          </a:xfrm>
        </p:spPr>
        <p:txBody>
          <a:bodyPr rtlCol="0"/>
          <a:lstStyle>
            <a:defPPr>
              <a:defRPr lang="fr-FR"/>
            </a:defPPr>
          </a:lstStyle>
          <a:p>
            <a:pPr rtl="0"/>
            <a:r>
              <a:rPr lang="fr-FR" dirty="0"/>
              <a:t>Modifier l’IP de la machine Linux</a:t>
            </a:r>
          </a:p>
        </p:txBody>
      </p:sp>
      <p:sp>
        <p:nvSpPr>
          <p:cNvPr id="2" name="ZoneTexte 1">
            <a:extLst>
              <a:ext uri="{FF2B5EF4-FFF2-40B4-BE49-F238E27FC236}">
                <a16:creationId xmlns:a16="http://schemas.microsoft.com/office/drawing/2014/main" id="{1839AE18-DA32-94A7-DB6D-C48658D80187}"/>
              </a:ext>
            </a:extLst>
          </p:cNvPr>
          <p:cNvSpPr txBox="1"/>
          <p:nvPr/>
        </p:nvSpPr>
        <p:spPr>
          <a:xfrm>
            <a:off x="10552043" y="6488668"/>
            <a:ext cx="163995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>
                <a:solidFill>
                  <a:schemeClr val="bg1"/>
                </a:solidFill>
              </a:rPr>
              <a:t>Castro Nathan</a:t>
            </a:r>
          </a:p>
        </p:txBody>
      </p:sp>
      <p:pic>
        <p:nvPicPr>
          <p:cNvPr id="4" name="Image 3" descr="Une image contenant capture d’écran, Graphique, Police, symbole&#10;&#10;Description générée automatiquement">
            <a:extLst>
              <a:ext uri="{FF2B5EF4-FFF2-40B4-BE49-F238E27FC236}">
                <a16:creationId xmlns:a16="http://schemas.microsoft.com/office/drawing/2014/main" id="{B9FD9F25-59CA-9949-72FA-3734DC91700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6024664"/>
            <a:ext cx="928007" cy="928007"/>
          </a:xfrm>
          <a:prstGeom prst="rect">
            <a:avLst/>
          </a:prstGeom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4">
            <p14:nvContentPartPr>
              <p14:cNvPr id="5" name="Encre 4">
                <a:extLst>
                  <a:ext uri="{FF2B5EF4-FFF2-40B4-BE49-F238E27FC236}">
                    <a16:creationId xmlns:a16="http://schemas.microsoft.com/office/drawing/2014/main" id="{CDB09707-0D0E-ED7D-46FA-3829C0E05CB9}"/>
                  </a:ext>
                </a:extLst>
              </p14:cNvPr>
              <p14:cNvContentPartPr/>
              <p14:nvPr/>
            </p14:nvContentPartPr>
            <p14:xfrm>
              <a:off x="4107240" y="3550740"/>
              <a:ext cx="360" cy="360"/>
            </p14:xfrm>
          </p:contentPart>
        </mc:Choice>
        <mc:Fallback>
          <p:pic>
            <p:nvPicPr>
              <p:cNvPr id="5" name="Encre 4">
                <a:extLst>
                  <a:ext uri="{FF2B5EF4-FFF2-40B4-BE49-F238E27FC236}">
                    <a16:creationId xmlns:a16="http://schemas.microsoft.com/office/drawing/2014/main" id="{CDB09707-0D0E-ED7D-46FA-3829C0E05CB9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4101120" y="3544620"/>
                <a:ext cx="12600" cy="12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6">
            <p14:nvContentPartPr>
              <p14:cNvPr id="12" name="Encre 11">
                <a:extLst>
                  <a:ext uri="{FF2B5EF4-FFF2-40B4-BE49-F238E27FC236}">
                    <a16:creationId xmlns:a16="http://schemas.microsoft.com/office/drawing/2014/main" id="{95253029-9327-5CAF-B080-8F54C4C440CC}"/>
                  </a:ext>
                </a:extLst>
              </p14:cNvPr>
              <p14:cNvContentPartPr/>
              <p14:nvPr/>
            </p14:nvContentPartPr>
            <p14:xfrm>
              <a:off x="5920665" y="2825280"/>
              <a:ext cx="456480" cy="61560"/>
            </p14:xfrm>
          </p:contentPart>
        </mc:Choice>
        <mc:Fallback>
          <p:pic>
            <p:nvPicPr>
              <p:cNvPr id="12" name="Encre 11">
                <a:extLst>
                  <a:ext uri="{FF2B5EF4-FFF2-40B4-BE49-F238E27FC236}">
                    <a16:creationId xmlns:a16="http://schemas.microsoft.com/office/drawing/2014/main" id="{95253029-9327-5CAF-B080-8F54C4C440CC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5914540" y="2819160"/>
                <a:ext cx="468730" cy="73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8">
            <p14:nvContentPartPr>
              <p14:cNvPr id="14" name="Encre 13">
                <a:extLst>
                  <a:ext uri="{FF2B5EF4-FFF2-40B4-BE49-F238E27FC236}">
                    <a16:creationId xmlns:a16="http://schemas.microsoft.com/office/drawing/2014/main" id="{6A09126C-8EE1-FCA5-30F0-80A65BD3BF1D}"/>
                  </a:ext>
                </a:extLst>
              </p14:cNvPr>
              <p14:cNvContentPartPr/>
              <p14:nvPr/>
            </p14:nvContentPartPr>
            <p14:xfrm>
              <a:off x="5938665" y="2827440"/>
              <a:ext cx="219960" cy="43560"/>
            </p14:xfrm>
          </p:contentPart>
        </mc:Choice>
        <mc:Fallback>
          <p:pic>
            <p:nvPicPr>
              <p:cNvPr id="14" name="Encre 13">
                <a:extLst>
                  <a:ext uri="{FF2B5EF4-FFF2-40B4-BE49-F238E27FC236}">
                    <a16:creationId xmlns:a16="http://schemas.microsoft.com/office/drawing/2014/main" id="{6A09126C-8EE1-FCA5-30F0-80A65BD3BF1D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5932545" y="2821370"/>
                <a:ext cx="232200" cy="557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0">
            <p14:nvContentPartPr>
              <p14:cNvPr id="15" name="Encre 14">
                <a:extLst>
                  <a:ext uri="{FF2B5EF4-FFF2-40B4-BE49-F238E27FC236}">
                    <a16:creationId xmlns:a16="http://schemas.microsoft.com/office/drawing/2014/main" id="{668AC6D9-C86A-E552-C720-FB4178C18547}"/>
                  </a:ext>
                </a:extLst>
              </p14:cNvPr>
              <p14:cNvContentPartPr/>
              <p14:nvPr/>
            </p14:nvContentPartPr>
            <p14:xfrm>
              <a:off x="5943020" y="2831960"/>
              <a:ext cx="96480" cy="33480"/>
            </p14:xfrm>
          </p:contentPart>
        </mc:Choice>
        <mc:Fallback>
          <p:pic>
            <p:nvPicPr>
              <p:cNvPr id="15" name="Encre 14">
                <a:extLst>
                  <a:ext uri="{FF2B5EF4-FFF2-40B4-BE49-F238E27FC236}">
                    <a16:creationId xmlns:a16="http://schemas.microsoft.com/office/drawing/2014/main" id="{668AC6D9-C86A-E552-C720-FB4178C18547}"/>
                  </a:ext>
                </a:extLst>
              </p:cNvPr>
              <p:cNvPicPr/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5936900" y="2825840"/>
                <a:ext cx="108720" cy="45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2">
            <p14:nvContentPartPr>
              <p14:cNvPr id="17" name="Encre 16">
                <a:extLst>
                  <a:ext uri="{FF2B5EF4-FFF2-40B4-BE49-F238E27FC236}">
                    <a16:creationId xmlns:a16="http://schemas.microsoft.com/office/drawing/2014/main" id="{5D71515C-EA5C-289E-798B-146BCCC86FD4}"/>
                  </a:ext>
                </a:extLst>
              </p14:cNvPr>
              <p14:cNvContentPartPr/>
              <p14:nvPr/>
            </p14:nvContentPartPr>
            <p14:xfrm>
              <a:off x="5919980" y="2830520"/>
              <a:ext cx="124920" cy="48600"/>
            </p14:xfrm>
          </p:contentPart>
        </mc:Choice>
        <mc:Fallback>
          <p:pic>
            <p:nvPicPr>
              <p:cNvPr id="17" name="Encre 16">
                <a:extLst>
                  <a:ext uri="{FF2B5EF4-FFF2-40B4-BE49-F238E27FC236}">
                    <a16:creationId xmlns:a16="http://schemas.microsoft.com/office/drawing/2014/main" id="{5D71515C-EA5C-289E-798B-146BCCC86FD4}"/>
                  </a:ext>
                </a:extLst>
              </p:cNvPr>
              <p:cNvPicPr/>
              <p:nvPr/>
            </p:nvPicPr>
            <p:blipFill>
              <a:blip r:embed="rId13"/>
              <a:stretch>
                <a:fillRect/>
              </a:stretch>
            </p:blipFill>
            <p:spPr>
              <a:xfrm>
                <a:off x="5913860" y="2824354"/>
                <a:ext cx="137160" cy="60931"/>
              </a:xfrm>
              <a:prstGeom prst="rect">
                <a:avLst/>
              </a:prstGeom>
            </p:spPr>
          </p:pic>
        </mc:Fallback>
      </mc:AlternateContent>
      <p:sp>
        <p:nvSpPr>
          <p:cNvPr id="7" name="Espace réservé du contenu 6">
            <a:extLst>
              <a:ext uri="{FF2B5EF4-FFF2-40B4-BE49-F238E27FC236}">
                <a16:creationId xmlns:a16="http://schemas.microsoft.com/office/drawing/2014/main" id="{72A2E321-CE6D-04D2-1D77-284CA9A24A4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67492" y="1830057"/>
            <a:ext cx="7840706" cy="3332832"/>
          </a:xfrm>
        </p:spPr>
        <p:txBody>
          <a:bodyPr/>
          <a:lstStyle/>
          <a:p>
            <a:r>
              <a:rPr lang="fr-FR" dirty="0"/>
              <a:t>Aller dans le terminal se mettre ne root (su root)</a:t>
            </a:r>
          </a:p>
          <a:p>
            <a:r>
              <a:rPr lang="fr-FR" dirty="0"/>
              <a:t>Puis mettre la commande /</a:t>
            </a:r>
            <a:r>
              <a:rPr lang="fr-FR" dirty="0" err="1"/>
              <a:t>etc</a:t>
            </a:r>
            <a:r>
              <a:rPr lang="fr-FR" dirty="0"/>
              <a:t>/network/interfaces</a:t>
            </a:r>
          </a:p>
          <a:p>
            <a:r>
              <a:rPr lang="fr-FR" dirty="0"/>
              <a:t>Et modifier les lignes </a:t>
            </a:r>
            <a:r>
              <a:rPr lang="fr-FR" dirty="0" err="1"/>
              <a:t>address</a:t>
            </a:r>
            <a:r>
              <a:rPr lang="fr-FR" dirty="0"/>
              <a:t>, </a:t>
            </a:r>
            <a:r>
              <a:rPr lang="fr-FR" dirty="0" err="1"/>
              <a:t>netmask</a:t>
            </a:r>
            <a:r>
              <a:rPr lang="fr-FR" dirty="0"/>
              <a:t> </a:t>
            </a:r>
          </a:p>
        </p:txBody>
      </p:sp>
      <p:pic>
        <p:nvPicPr>
          <p:cNvPr id="3" name="Image 2">
            <a:extLst>
              <a:ext uri="{FF2B5EF4-FFF2-40B4-BE49-F238E27FC236}">
                <a16:creationId xmlns:a16="http://schemas.microsoft.com/office/drawing/2014/main" id="{A24BBFF3-3854-FF3F-284D-3931A43BE8F0}"/>
              </a:ext>
            </a:extLst>
      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2345228" y="3278229"/>
            <a:ext cx="5965173" cy="2103056"/>
          </a:xfrm>
          <a:prstGeom prst="rect">
            <a:avLst/>
          </a:prstGeom>
        </p:spPr>
      </p:pic>
      <p:sp>
        <p:nvSpPr>
          <p:cNvPr id="10" name="Flèche : courbe vers la droite 9">
            <a:extLst>
              <a:ext uri="{FF2B5EF4-FFF2-40B4-BE49-F238E27FC236}">
                <a16:creationId xmlns:a16="http://schemas.microsoft.com/office/drawing/2014/main" id="{35B25856-EA42-AA09-7095-E04BAA552933}"/>
              </a:ext>
            </a:extLst>
          </p:cNvPr>
          <p:cNvSpPr/>
          <p:nvPr/>
        </p:nvSpPr>
        <p:spPr>
          <a:xfrm rot="19512827">
            <a:off x="1339613" y="3958777"/>
            <a:ext cx="615636" cy="1457608"/>
          </a:xfrm>
          <a:prstGeom prst="curved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3210641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203BB28-6DC5-3604-362B-CD5AFA4EDF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17EA4B73-86AB-31B4-7BD8-F83E789D32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67492" y="1371600"/>
            <a:ext cx="6015946" cy="4114800"/>
          </a:xfrm>
        </p:spPr>
        <p:txBody>
          <a:bodyPr rtlCol="0"/>
          <a:lstStyle>
            <a:defPPr>
              <a:defRPr lang="fr-FR"/>
            </a:defPPr>
          </a:lstStyle>
          <a:p>
            <a:pPr rtl="0"/>
            <a:r>
              <a:rPr lang="fr-FR" sz="5700" dirty="0"/>
              <a:t>Test des pings</a:t>
            </a:r>
          </a:p>
        </p:txBody>
      </p:sp>
      <p:sp>
        <p:nvSpPr>
          <p:cNvPr id="3" name="ZoneTexte 2">
            <a:extLst>
              <a:ext uri="{FF2B5EF4-FFF2-40B4-BE49-F238E27FC236}">
                <a16:creationId xmlns:a16="http://schemas.microsoft.com/office/drawing/2014/main" id="{17B561EE-E85A-2010-CC7E-1F01C510CF5D}"/>
              </a:ext>
            </a:extLst>
          </p:cNvPr>
          <p:cNvSpPr txBox="1"/>
          <p:nvPr/>
        </p:nvSpPr>
        <p:spPr>
          <a:xfrm>
            <a:off x="10552043" y="6488668"/>
            <a:ext cx="163995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/>
              <a:t>Castro Nathan</a:t>
            </a:r>
          </a:p>
        </p:txBody>
      </p:sp>
      <p:pic>
        <p:nvPicPr>
          <p:cNvPr id="7" name="Espace réservé pour une image  6" descr="Une image contenant art, cercle, conception&#10;&#10;Description générée automatiquement">
            <a:extLst>
              <a:ext uri="{FF2B5EF4-FFF2-40B4-BE49-F238E27FC236}">
                <a16:creationId xmlns:a16="http://schemas.microsoft.com/office/drawing/2014/main" id="{B6B92B08-87DA-5DD5-27B3-5B553744BB1E}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>
          <a:blip r:embed="rId3"/>
          <a:srcRect l="228" r="228"/>
          <a:stretch>
            <a:fillRect/>
          </a:stretch>
        </p:blipFill>
        <p:spPr/>
      </p:pic>
      <p:pic>
        <p:nvPicPr>
          <p:cNvPr id="4" name="Image 3" descr="Une image contenant capture d’écran, Graphique, Police, symbole&#10;&#10;Description générée automatiquement">
            <a:extLst>
              <a:ext uri="{FF2B5EF4-FFF2-40B4-BE49-F238E27FC236}">
                <a16:creationId xmlns:a16="http://schemas.microsoft.com/office/drawing/2014/main" id="{BA8E570D-CE83-3382-C0D6-A6540BC9A2D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6024664"/>
            <a:ext cx="928007" cy="9280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508546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21CE062-668A-9787-E707-6248D95F51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re 5">
            <a:extLst>
              <a:ext uri="{FF2B5EF4-FFF2-40B4-BE49-F238E27FC236}">
                <a16:creationId xmlns:a16="http://schemas.microsoft.com/office/drawing/2014/main" id="{71DB5213-6C7E-62F5-3E61-202EB3D251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67492" y="795130"/>
            <a:ext cx="9601200" cy="994767"/>
          </a:xfrm>
        </p:spPr>
        <p:txBody>
          <a:bodyPr rtlCol="0"/>
          <a:lstStyle>
            <a:defPPr>
              <a:defRPr lang="fr-FR"/>
            </a:defPPr>
          </a:lstStyle>
          <a:p>
            <a:pPr rtl="0"/>
            <a:r>
              <a:rPr lang="fr-FR" dirty="0"/>
              <a:t>Test des pings sur les 3 machines</a:t>
            </a:r>
          </a:p>
        </p:txBody>
      </p:sp>
      <p:sp>
        <p:nvSpPr>
          <p:cNvPr id="2" name="ZoneTexte 1">
            <a:extLst>
              <a:ext uri="{FF2B5EF4-FFF2-40B4-BE49-F238E27FC236}">
                <a16:creationId xmlns:a16="http://schemas.microsoft.com/office/drawing/2014/main" id="{18A5BBFC-63B3-215E-BB09-FA5B5C833F43}"/>
              </a:ext>
            </a:extLst>
          </p:cNvPr>
          <p:cNvSpPr txBox="1"/>
          <p:nvPr/>
        </p:nvSpPr>
        <p:spPr>
          <a:xfrm>
            <a:off x="10552043" y="6488668"/>
            <a:ext cx="163995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>
                <a:solidFill>
                  <a:schemeClr val="bg1"/>
                </a:solidFill>
              </a:rPr>
              <a:t>Castro Nathan</a:t>
            </a:r>
          </a:p>
        </p:txBody>
      </p:sp>
      <p:pic>
        <p:nvPicPr>
          <p:cNvPr id="4" name="Image 3" descr="Une image contenant capture d’écran, Graphique, Police, symbole&#10;&#10;Description générée automatiquement">
            <a:extLst>
              <a:ext uri="{FF2B5EF4-FFF2-40B4-BE49-F238E27FC236}">
                <a16:creationId xmlns:a16="http://schemas.microsoft.com/office/drawing/2014/main" id="{F1BBA7C2-4191-B6EE-014C-BB16CE168C0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6024664"/>
            <a:ext cx="928007" cy="928007"/>
          </a:xfrm>
          <a:prstGeom prst="rect">
            <a:avLst/>
          </a:prstGeom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4">
            <p14:nvContentPartPr>
              <p14:cNvPr id="5" name="Encre 4">
                <a:extLst>
                  <a:ext uri="{FF2B5EF4-FFF2-40B4-BE49-F238E27FC236}">
                    <a16:creationId xmlns:a16="http://schemas.microsoft.com/office/drawing/2014/main" id="{3CDDBA64-4C5D-C4A0-0B5C-988ED02C8569}"/>
                  </a:ext>
                </a:extLst>
              </p14:cNvPr>
              <p14:cNvContentPartPr/>
              <p14:nvPr/>
            </p14:nvContentPartPr>
            <p14:xfrm>
              <a:off x="4107240" y="3550740"/>
              <a:ext cx="360" cy="360"/>
            </p14:xfrm>
          </p:contentPart>
        </mc:Choice>
        <mc:Fallback>
          <p:pic>
            <p:nvPicPr>
              <p:cNvPr id="5" name="Encre 4">
                <a:extLst>
                  <a:ext uri="{FF2B5EF4-FFF2-40B4-BE49-F238E27FC236}">
                    <a16:creationId xmlns:a16="http://schemas.microsoft.com/office/drawing/2014/main" id="{3CDDBA64-4C5D-C4A0-0B5C-988ED02C8569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4101120" y="3544620"/>
                <a:ext cx="12600" cy="12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6">
            <p14:nvContentPartPr>
              <p14:cNvPr id="12" name="Encre 11">
                <a:extLst>
                  <a:ext uri="{FF2B5EF4-FFF2-40B4-BE49-F238E27FC236}">
                    <a16:creationId xmlns:a16="http://schemas.microsoft.com/office/drawing/2014/main" id="{63789BA2-C1E5-D5B4-0731-42EF775A94D4}"/>
                  </a:ext>
                </a:extLst>
              </p14:cNvPr>
              <p14:cNvContentPartPr/>
              <p14:nvPr/>
            </p14:nvContentPartPr>
            <p14:xfrm>
              <a:off x="5920665" y="2825280"/>
              <a:ext cx="456480" cy="61560"/>
            </p14:xfrm>
          </p:contentPart>
        </mc:Choice>
        <mc:Fallback>
          <p:pic>
            <p:nvPicPr>
              <p:cNvPr id="12" name="Encre 11">
                <a:extLst>
                  <a:ext uri="{FF2B5EF4-FFF2-40B4-BE49-F238E27FC236}">
                    <a16:creationId xmlns:a16="http://schemas.microsoft.com/office/drawing/2014/main" id="{63789BA2-C1E5-D5B4-0731-42EF775A94D4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5914540" y="2819160"/>
                <a:ext cx="468730" cy="73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8">
            <p14:nvContentPartPr>
              <p14:cNvPr id="14" name="Encre 13">
                <a:extLst>
                  <a:ext uri="{FF2B5EF4-FFF2-40B4-BE49-F238E27FC236}">
                    <a16:creationId xmlns:a16="http://schemas.microsoft.com/office/drawing/2014/main" id="{5BA36113-27AF-9C3B-8640-7D9022636AA4}"/>
                  </a:ext>
                </a:extLst>
              </p14:cNvPr>
              <p14:cNvContentPartPr/>
              <p14:nvPr/>
            </p14:nvContentPartPr>
            <p14:xfrm>
              <a:off x="5938665" y="2827440"/>
              <a:ext cx="219960" cy="43560"/>
            </p14:xfrm>
          </p:contentPart>
        </mc:Choice>
        <mc:Fallback>
          <p:pic>
            <p:nvPicPr>
              <p:cNvPr id="14" name="Encre 13">
                <a:extLst>
                  <a:ext uri="{FF2B5EF4-FFF2-40B4-BE49-F238E27FC236}">
                    <a16:creationId xmlns:a16="http://schemas.microsoft.com/office/drawing/2014/main" id="{5BA36113-27AF-9C3B-8640-7D9022636AA4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5932545" y="2821370"/>
                <a:ext cx="232200" cy="557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0">
            <p14:nvContentPartPr>
              <p14:cNvPr id="15" name="Encre 14">
                <a:extLst>
                  <a:ext uri="{FF2B5EF4-FFF2-40B4-BE49-F238E27FC236}">
                    <a16:creationId xmlns:a16="http://schemas.microsoft.com/office/drawing/2014/main" id="{99C9A1AB-F3CA-FFD2-5291-CFF1E01BBA7B}"/>
                  </a:ext>
                </a:extLst>
              </p14:cNvPr>
              <p14:cNvContentPartPr/>
              <p14:nvPr/>
            </p14:nvContentPartPr>
            <p14:xfrm>
              <a:off x="5943020" y="2831960"/>
              <a:ext cx="96480" cy="33480"/>
            </p14:xfrm>
          </p:contentPart>
        </mc:Choice>
        <mc:Fallback>
          <p:pic>
            <p:nvPicPr>
              <p:cNvPr id="15" name="Encre 14">
                <a:extLst>
                  <a:ext uri="{FF2B5EF4-FFF2-40B4-BE49-F238E27FC236}">
                    <a16:creationId xmlns:a16="http://schemas.microsoft.com/office/drawing/2014/main" id="{99C9A1AB-F3CA-FFD2-5291-CFF1E01BBA7B}"/>
                  </a:ext>
                </a:extLst>
              </p:cNvPr>
              <p:cNvPicPr/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5936900" y="2825840"/>
                <a:ext cx="108720" cy="45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2">
            <p14:nvContentPartPr>
              <p14:cNvPr id="17" name="Encre 16">
                <a:extLst>
                  <a:ext uri="{FF2B5EF4-FFF2-40B4-BE49-F238E27FC236}">
                    <a16:creationId xmlns:a16="http://schemas.microsoft.com/office/drawing/2014/main" id="{27AF89B1-2148-8A2D-75B1-92252AFEE520}"/>
                  </a:ext>
                </a:extLst>
              </p14:cNvPr>
              <p14:cNvContentPartPr/>
              <p14:nvPr/>
            </p14:nvContentPartPr>
            <p14:xfrm>
              <a:off x="5919980" y="2830520"/>
              <a:ext cx="124920" cy="48600"/>
            </p14:xfrm>
          </p:contentPart>
        </mc:Choice>
        <mc:Fallback>
          <p:pic>
            <p:nvPicPr>
              <p:cNvPr id="17" name="Encre 16">
                <a:extLst>
                  <a:ext uri="{FF2B5EF4-FFF2-40B4-BE49-F238E27FC236}">
                    <a16:creationId xmlns:a16="http://schemas.microsoft.com/office/drawing/2014/main" id="{27AF89B1-2148-8A2D-75B1-92252AFEE520}"/>
                  </a:ext>
                </a:extLst>
              </p:cNvPr>
              <p:cNvPicPr/>
              <p:nvPr/>
            </p:nvPicPr>
            <p:blipFill>
              <a:blip r:embed="rId13"/>
              <a:stretch>
                <a:fillRect/>
              </a:stretch>
            </p:blipFill>
            <p:spPr>
              <a:xfrm>
                <a:off x="5913860" y="2824354"/>
                <a:ext cx="137160" cy="60931"/>
              </a:xfrm>
              <a:prstGeom prst="rect">
                <a:avLst/>
              </a:prstGeom>
            </p:spPr>
          </p:pic>
        </mc:Fallback>
      </mc:AlternateContent>
      <p:sp>
        <p:nvSpPr>
          <p:cNvPr id="7" name="Espace réservé du contenu 6">
            <a:extLst>
              <a:ext uri="{FF2B5EF4-FFF2-40B4-BE49-F238E27FC236}">
                <a16:creationId xmlns:a16="http://schemas.microsoft.com/office/drawing/2014/main" id="{E0745B8E-F009-38FA-9C77-988FACC7C65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67492" y="1830057"/>
            <a:ext cx="8039882" cy="3332832"/>
          </a:xfrm>
        </p:spPr>
        <p:txBody>
          <a:bodyPr/>
          <a:lstStyle/>
          <a:p>
            <a:r>
              <a:rPr lang="fr-FR" dirty="0"/>
              <a:t>Après avoir enlevé le pare-feu sur la machine Windows</a:t>
            </a:r>
          </a:p>
        </p:txBody>
      </p:sp>
      <p:pic>
        <p:nvPicPr>
          <p:cNvPr id="8" name="Image 7">
            <a:extLst>
              <a:ext uri="{FF2B5EF4-FFF2-40B4-BE49-F238E27FC236}">
                <a16:creationId xmlns:a16="http://schemas.microsoft.com/office/drawing/2014/main" id="{D19F08A6-A943-6D06-C7DC-B1EE60B9C5EF}"/>
              </a:ext>
            </a:extLst>
          </p:cNvPr>
          <p:cNvPicPr>
            <a:picLocks noChangeAspect="1"/>
          </p:cNvPicPr>
          <p:nvPr/>
        </p:nvPicPr>
        <p:blipFill>
          <a:blip r:embed="rId14"/>
          <a:srcRect b="31099"/>
          <a:stretch/>
        </p:blipFill>
        <p:spPr>
          <a:xfrm>
            <a:off x="1795670" y="2347194"/>
            <a:ext cx="5993441" cy="3208780"/>
          </a:xfrm>
          <a:prstGeom prst="rect">
            <a:avLst/>
          </a:prstGeom>
        </p:spPr>
      </p:pic>
      <p:sp>
        <p:nvSpPr>
          <p:cNvPr id="10" name="Flèche : gauche 9">
            <a:extLst>
              <a:ext uri="{FF2B5EF4-FFF2-40B4-BE49-F238E27FC236}">
                <a16:creationId xmlns:a16="http://schemas.microsoft.com/office/drawing/2014/main" id="{3E4E594D-F686-D609-EB16-DE7B9E2CD8CA}"/>
              </a:ext>
            </a:extLst>
          </p:cNvPr>
          <p:cNvSpPr/>
          <p:nvPr/>
        </p:nvSpPr>
        <p:spPr>
          <a:xfrm>
            <a:off x="4343400" y="4293702"/>
            <a:ext cx="1083365" cy="139148"/>
          </a:xfrm>
          <a:prstGeom prst="lef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39866902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9D5E3E4-15B8-4798-230C-228E142762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re 5">
            <a:extLst>
              <a:ext uri="{FF2B5EF4-FFF2-40B4-BE49-F238E27FC236}">
                <a16:creationId xmlns:a16="http://schemas.microsoft.com/office/drawing/2014/main" id="{41AE7EE4-E0FE-7446-512A-E1415F5004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67492" y="795130"/>
            <a:ext cx="9601200" cy="994767"/>
          </a:xfrm>
        </p:spPr>
        <p:txBody>
          <a:bodyPr rtlCol="0"/>
          <a:lstStyle>
            <a:defPPr>
              <a:defRPr lang="fr-FR"/>
            </a:defPPr>
          </a:lstStyle>
          <a:p>
            <a:pPr rtl="0"/>
            <a:r>
              <a:rPr lang="fr-FR" dirty="0"/>
              <a:t>Test des pings sur les 3 machines</a:t>
            </a:r>
          </a:p>
        </p:txBody>
      </p:sp>
      <p:sp>
        <p:nvSpPr>
          <p:cNvPr id="2" name="ZoneTexte 1">
            <a:extLst>
              <a:ext uri="{FF2B5EF4-FFF2-40B4-BE49-F238E27FC236}">
                <a16:creationId xmlns:a16="http://schemas.microsoft.com/office/drawing/2014/main" id="{1BEA8729-D2C0-87E1-FAE6-DCF87ED66AAB}"/>
              </a:ext>
            </a:extLst>
          </p:cNvPr>
          <p:cNvSpPr txBox="1"/>
          <p:nvPr/>
        </p:nvSpPr>
        <p:spPr>
          <a:xfrm>
            <a:off x="10552043" y="6488668"/>
            <a:ext cx="163995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>
                <a:solidFill>
                  <a:schemeClr val="bg1"/>
                </a:solidFill>
              </a:rPr>
              <a:t>Castro Nathan</a:t>
            </a:r>
          </a:p>
        </p:txBody>
      </p:sp>
      <p:pic>
        <p:nvPicPr>
          <p:cNvPr id="4" name="Image 3" descr="Une image contenant capture d’écran, Graphique, Police, symbole&#10;&#10;Description générée automatiquement">
            <a:extLst>
              <a:ext uri="{FF2B5EF4-FFF2-40B4-BE49-F238E27FC236}">
                <a16:creationId xmlns:a16="http://schemas.microsoft.com/office/drawing/2014/main" id="{777E119F-5F26-33F1-5C07-9E7C1A54AC6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6024664"/>
            <a:ext cx="928007" cy="928007"/>
          </a:xfrm>
          <a:prstGeom prst="rect">
            <a:avLst/>
          </a:prstGeom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4">
            <p14:nvContentPartPr>
              <p14:cNvPr id="5" name="Encre 4">
                <a:extLst>
                  <a:ext uri="{FF2B5EF4-FFF2-40B4-BE49-F238E27FC236}">
                    <a16:creationId xmlns:a16="http://schemas.microsoft.com/office/drawing/2014/main" id="{44ADC0A7-B053-54CC-FCA4-1B89ADE1F5DD}"/>
                  </a:ext>
                </a:extLst>
              </p14:cNvPr>
              <p14:cNvContentPartPr/>
              <p14:nvPr/>
            </p14:nvContentPartPr>
            <p14:xfrm>
              <a:off x="4107240" y="3550740"/>
              <a:ext cx="360" cy="360"/>
            </p14:xfrm>
          </p:contentPart>
        </mc:Choice>
        <mc:Fallback>
          <p:pic>
            <p:nvPicPr>
              <p:cNvPr id="5" name="Encre 4">
                <a:extLst>
                  <a:ext uri="{FF2B5EF4-FFF2-40B4-BE49-F238E27FC236}">
                    <a16:creationId xmlns:a16="http://schemas.microsoft.com/office/drawing/2014/main" id="{44ADC0A7-B053-54CC-FCA4-1B89ADE1F5DD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4101120" y="3544620"/>
                <a:ext cx="12600" cy="12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6">
            <p14:nvContentPartPr>
              <p14:cNvPr id="12" name="Encre 11">
                <a:extLst>
                  <a:ext uri="{FF2B5EF4-FFF2-40B4-BE49-F238E27FC236}">
                    <a16:creationId xmlns:a16="http://schemas.microsoft.com/office/drawing/2014/main" id="{E05CAEAF-F1EC-6DDE-0DD2-F34FA2DF5F13}"/>
                  </a:ext>
                </a:extLst>
              </p14:cNvPr>
              <p14:cNvContentPartPr/>
              <p14:nvPr/>
            </p14:nvContentPartPr>
            <p14:xfrm>
              <a:off x="5920665" y="2825280"/>
              <a:ext cx="456480" cy="61560"/>
            </p14:xfrm>
          </p:contentPart>
        </mc:Choice>
        <mc:Fallback>
          <p:pic>
            <p:nvPicPr>
              <p:cNvPr id="12" name="Encre 11">
                <a:extLst>
                  <a:ext uri="{FF2B5EF4-FFF2-40B4-BE49-F238E27FC236}">
                    <a16:creationId xmlns:a16="http://schemas.microsoft.com/office/drawing/2014/main" id="{E05CAEAF-F1EC-6DDE-0DD2-F34FA2DF5F13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5914540" y="2819160"/>
                <a:ext cx="468730" cy="73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8">
            <p14:nvContentPartPr>
              <p14:cNvPr id="14" name="Encre 13">
                <a:extLst>
                  <a:ext uri="{FF2B5EF4-FFF2-40B4-BE49-F238E27FC236}">
                    <a16:creationId xmlns:a16="http://schemas.microsoft.com/office/drawing/2014/main" id="{07B11399-0298-1D47-6AEA-4F66C5CEE9E5}"/>
                  </a:ext>
                </a:extLst>
              </p14:cNvPr>
              <p14:cNvContentPartPr/>
              <p14:nvPr/>
            </p14:nvContentPartPr>
            <p14:xfrm>
              <a:off x="5938665" y="2827440"/>
              <a:ext cx="219960" cy="43560"/>
            </p14:xfrm>
          </p:contentPart>
        </mc:Choice>
        <mc:Fallback>
          <p:pic>
            <p:nvPicPr>
              <p:cNvPr id="14" name="Encre 13">
                <a:extLst>
                  <a:ext uri="{FF2B5EF4-FFF2-40B4-BE49-F238E27FC236}">
                    <a16:creationId xmlns:a16="http://schemas.microsoft.com/office/drawing/2014/main" id="{07B11399-0298-1D47-6AEA-4F66C5CEE9E5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5932545" y="2821370"/>
                <a:ext cx="232200" cy="557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0">
            <p14:nvContentPartPr>
              <p14:cNvPr id="15" name="Encre 14">
                <a:extLst>
                  <a:ext uri="{FF2B5EF4-FFF2-40B4-BE49-F238E27FC236}">
                    <a16:creationId xmlns:a16="http://schemas.microsoft.com/office/drawing/2014/main" id="{B8529875-7BE2-920D-F3F5-E1B220073A4F}"/>
                  </a:ext>
                </a:extLst>
              </p14:cNvPr>
              <p14:cNvContentPartPr/>
              <p14:nvPr/>
            </p14:nvContentPartPr>
            <p14:xfrm>
              <a:off x="5943020" y="2831960"/>
              <a:ext cx="96480" cy="33480"/>
            </p14:xfrm>
          </p:contentPart>
        </mc:Choice>
        <mc:Fallback>
          <p:pic>
            <p:nvPicPr>
              <p:cNvPr id="15" name="Encre 14">
                <a:extLst>
                  <a:ext uri="{FF2B5EF4-FFF2-40B4-BE49-F238E27FC236}">
                    <a16:creationId xmlns:a16="http://schemas.microsoft.com/office/drawing/2014/main" id="{B8529875-7BE2-920D-F3F5-E1B220073A4F}"/>
                  </a:ext>
                </a:extLst>
              </p:cNvPr>
              <p:cNvPicPr/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5936900" y="2825840"/>
                <a:ext cx="108720" cy="45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2">
            <p14:nvContentPartPr>
              <p14:cNvPr id="17" name="Encre 16">
                <a:extLst>
                  <a:ext uri="{FF2B5EF4-FFF2-40B4-BE49-F238E27FC236}">
                    <a16:creationId xmlns:a16="http://schemas.microsoft.com/office/drawing/2014/main" id="{8FDC27AB-2557-904C-BE6E-FC0B8EE35182}"/>
                  </a:ext>
                </a:extLst>
              </p14:cNvPr>
              <p14:cNvContentPartPr/>
              <p14:nvPr/>
            </p14:nvContentPartPr>
            <p14:xfrm>
              <a:off x="5919980" y="2830520"/>
              <a:ext cx="124920" cy="48600"/>
            </p14:xfrm>
          </p:contentPart>
        </mc:Choice>
        <mc:Fallback>
          <p:pic>
            <p:nvPicPr>
              <p:cNvPr id="17" name="Encre 16">
                <a:extLst>
                  <a:ext uri="{FF2B5EF4-FFF2-40B4-BE49-F238E27FC236}">
                    <a16:creationId xmlns:a16="http://schemas.microsoft.com/office/drawing/2014/main" id="{8FDC27AB-2557-904C-BE6E-FC0B8EE35182}"/>
                  </a:ext>
                </a:extLst>
              </p:cNvPr>
              <p:cNvPicPr/>
              <p:nvPr/>
            </p:nvPicPr>
            <p:blipFill>
              <a:blip r:embed="rId13"/>
              <a:stretch>
                <a:fillRect/>
              </a:stretch>
            </p:blipFill>
            <p:spPr>
              <a:xfrm>
                <a:off x="5913860" y="2824354"/>
                <a:ext cx="137160" cy="60931"/>
              </a:xfrm>
              <a:prstGeom prst="rect">
                <a:avLst/>
              </a:prstGeom>
            </p:spPr>
          </p:pic>
        </mc:Fallback>
      </mc:AlternateContent>
      <p:sp>
        <p:nvSpPr>
          <p:cNvPr id="7" name="Espace réservé du contenu 6">
            <a:extLst>
              <a:ext uri="{FF2B5EF4-FFF2-40B4-BE49-F238E27FC236}">
                <a16:creationId xmlns:a16="http://schemas.microsoft.com/office/drawing/2014/main" id="{479A52BE-0D95-A151-9720-505C7357C88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67492" y="1830057"/>
            <a:ext cx="8039882" cy="3332832"/>
          </a:xfrm>
        </p:spPr>
        <p:txBody>
          <a:bodyPr/>
          <a:lstStyle/>
          <a:p>
            <a:endParaRPr lang="fr-FR" dirty="0"/>
          </a:p>
        </p:txBody>
      </p:sp>
      <p:pic>
        <p:nvPicPr>
          <p:cNvPr id="9" name="Image 8">
            <a:extLst>
              <a:ext uri="{FF2B5EF4-FFF2-40B4-BE49-F238E27FC236}">
                <a16:creationId xmlns:a16="http://schemas.microsoft.com/office/drawing/2014/main" id="{2C2CA63E-C1D1-71B9-F64F-D5C1FFABD97E}"/>
              </a:ext>
            </a:extLst>
          </p:cNvPr>
          <p:cNvPicPr>
            <a:picLocks noChangeAspect="1"/>
          </p:cNvPicPr>
          <p:nvPr/>
        </p:nvPicPr>
        <p:blipFill>
          <a:blip r:embed="rId14"/>
          <a:srcRect l="2324" r="7002"/>
          <a:stretch/>
        </p:blipFill>
        <p:spPr>
          <a:xfrm>
            <a:off x="716328" y="1937622"/>
            <a:ext cx="10052364" cy="34753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82816597"/>
      </p:ext>
    </p:extLst>
  </p:cSld>
  <p:clrMapOvr>
    <a:masterClrMapping/>
  </p:clrMapOvr>
</p:sld>
</file>

<file path=ppt/theme/theme1.xml><?xml version="1.0" encoding="utf-8"?>
<a:theme xmlns:a="http://schemas.openxmlformats.org/drawingml/2006/main" name="Personnalisé">
  <a:themeElements>
    <a:clrScheme name="Universal Color Block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0068FF"/>
      </a:accent1>
      <a:accent2>
        <a:srgbClr val="DAE5EF"/>
      </a:accent2>
      <a:accent3>
        <a:srgbClr val="637183"/>
      </a:accent3>
      <a:accent4>
        <a:srgbClr val="434E5E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Custom 75">
      <a:majorFont>
        <a:latin typeface="Tenorite"/>
        <a:ea typeface=""/>
        <a:cs typeface=""/>
      </a:majorFont>
      <a:minorFont>
        <a:latin typeface="Tenorite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_73135354_TF45331398_Win32" id="{C5EE15C2-F5A4-4765-8CC2-D658FE393FBC}" vid="{03207F67-BCF6-498B-8870-4FA7CB04C4B8}"/>
    </a:ext>
  </a:ext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Image xmlns="71af3243-3dd4-4a8d-8c0d-dd76da1f02a5">
      <Url xsi:nil="true"/>
      <Description xsi:nil="true"/>
    </Image>
    <Status xmlns="71af3243-3dd4-4a8d-8c0d-dd76da1f02a5">Not started</Status>
    <Background xmlns="71af3243-3dd4-4a8d-8c0d-dd76da1f02a5">false</Background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 xsi:nil="true"/>
    <MediaServiceKeyPoints xmlns="71af3243-3dd4-4a8d-8c0d-dd76da1f02a5" xsi:nil="true"/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28" ma:contentTypeDescription="Create a new document." ma:contentTypeScope="" ma:versionID="60f5a4f2d2b0abadcf532d48ebf9cb71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7dd78129e6a1811f84807ad11c651531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Status" minOccurs="0"/>
                <xsd:element ref="ns2:Image" minOccurs="0"/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1:_ip_UnifiedCompliancePolicyProperties" minOccurs="0"/>
                <xsd:element ref="ns1:_ip_UnifiedCompliancePolicyUIAction" minOccurs="0"/>
                <xsd:element ref="ns4:TaxCatchAll" minOccurs="0"/>
                <xsd:element ref="ns2:ImageTagsTaxHTField" minOccurs="0"/>
                <xsd:element ref="ns2:MediaServiceLocation" minOccurs="0"/>
                <xsd:element ref="ns2:MediaLengthInSeconds" minOccurs="0"/>
                <xsd:element ref="ns2:Background" minOccurs="0"/>
                <xsd:element ref="ns2:MediaServiceSearchProperties" minOccurs="0"/>
                <xsd:element ref="ns2:MediaServiceDocTags" minOccurs="0"/>
                <xsd:element ref="ns2:MediaServiceObjectDetectorVersions" minOccurs="0"/>
                <xsd:element ref="ns2:MediaServiceSystemTag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 ma:readOnly="false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 ma:readOnly="fals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Status" ma:index="2" nillable="true" ma:displayName="Status" ma:default="Not started" ma:format="Dropdown" ma:internalName="Status" ma:readOnly="false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3" nillable="true" ma:displayName="Image" ma:format="Image" ma:internalName="Image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hidden="true" ma:internalName="MediaServiceOCR" ma:readOnly="true">
      <xsd:simpleType>
        <xsd:restriction base="dms:Note"/>
      </xsd:simpleType>
    </xsd:element>
    <xsd:element name="MediaServiceAutoTags" ma:index="11" nillable="true" ma:displayName="MediaServiceAutoTags" ma:hidden="true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hidden="true" ma:internalName="MediaServiceKeyPoints" ma:readOnly="false">
      <xsd:simpleType>
        <xsd:restriction base="dms:Note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6" nillable="true" ma:displayName="Location" ma:hidden="true" ma:internalName="MediaServiceLocation" ma:readOnly="true">
      <xsd:simpleType>
        <xsd:restriction base="dms:Text"/>
      </xsd:simpleType>
    </xsd:element>
    <xsd:element name="MediaLengthInSeconds" ma:index="27" nillable="true" ma:displayName="MediaLengthInSeconds" ma:hidden="true" ma:internalName="MediaLengthInSeconds" ma:readOnly="true">
      <xsd:simpleType>
        <xsd:restriction base="dms:Unknown"/>
      </xsd:simpleType>
    </xsd:element>
    <xsd:element name="Background" ma:index="28" nillable="true" ma:displayName="Background" ma:default="0" ma:format="Dropdown" ma:internalName="Background">
      <xsd:simpleType>
        <xsd:restriction base="dms:Boolean"/>
      </xsd:simpleType>
    </xsd:element>
    <xsd:element name="MediaServiceSearchProperties" ma:index="2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ocTags" ma:index="30" nillable="true" ma:displayName="MediaServiceDocTags" ma:hidden="true" ma:internalName="MediaServiceDocTags" ma:readOnly="true">
      <xsd:simpleType>
        <xsd:restriction base="dms:Note"/>
      </xsd:simpleType>
    </xsd:element>
    <xsd:element name="MediaServiceObjectDetectorVersions" ma:index="31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ystemTags" ma:index="32" nillable="true" ma:displayName="MediaServiceSystemTags" ma:hidden="true" ma:internalName="MediaServiceSystemTag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hidden="true" ma:internalName="SharedWithDetail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readOnly="false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45A8381C-73EB-48EA-B45F-7B7C8C7DF409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61E98C35-9ECE-4425-BCBA-00E118C705CE}">
  <ds:schemaRefs>
    <ds:schemaRef ds:uri="http://purl.org/dc/terms/"/>
    <ds:schemaRef ds:uri="http://schemas.microsoft.com/office/2006/documentManagement/types"/>
    <ds:schemaRef ds:uri="http://schemas.microsoft.com/office/2006/metadata/properties"/>
    <ds:schemaRef ds:uri="http://purl.org/dc/dcmitype/"/>
    <ds:schemaRef ds:uri="16c05727-aa75-4e4a-9b5f-8a80a1165891"/>
    <ds:schemaRef ds:uri="http://schemas.microsoft.com/office/infopath/2007/PartnerControls"/>
    <ds:schemaRef ds:uri="http://schemas.openxmlformats.org/package/2006/metadata/core-properties"/>
    <ds:schemaRef ds:uri="71af3243-3dd4-4a8d-8c0d-dd76da1f02a5"/>
    <ds:schemaRef ds:uri="230e9df3-be65-4c73-a93b-d1236ebd677e"/>
    <ds:schemaRef ds:uri="http://schemas.microsoft.com/sharepoint/v3"/>
    <ds:schemaRef ds:uri="http://www.w3.org/XML/1998/namespace"/>
    <ds:schemaRef ds:uri="http://purl.org/dc/elements/1.1/"/>
  </ds:schemaRefs>
</ds:datastoreItem>
</file>

<file path=customXml/itemProps3.xml><?xml version="1.0" encoding="utf-8"?>
<ds:datastoreItem xmlns:ds="http://schemas.openxmlformats.org/officeDocument/2006/customXml" ds:itemID="{5AA6A711-2C3F-4EC0-B88B-62D740851176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Metadata/LabelInfo.xml><?xml version="1.0" encoding="utf-8"?>
<clbl:labelList xmlns:clbl="http://schemas.microsoft.com/office/2020/mipLabelMetadata"/>
</file>

<file path=docProps/app.xml><?xml version="1.0" encoding="utf-8"?>
<Properties xmlns="http://schemas.openxmlformats.org/officeDocument/2006/extended-properties" xmlns:vt="http://schemas.openxmlformats.org/officeDocument/2006/docPropsVTypes">
  <Template>Présentation universelle</Template>
  <TotalTime>288</TotalTime>
  <Words>408</Words>
  <Application>Microsoft Office PowerPoint</Application>
  <PresentationFormat>Grand écran</PresentationFormat>
  <Paragraphs>81</Paragraphs>
  <Slides>19</Slides>
  <Notes>19</Notes>
  <HiddenSlides>0</HiddenSlides>
  <MMClips>0</MMClips>
  <ScaleCrop>false</ScaleCrop>
  <HeadingPairs>
    <vt:vector size="6" baseType="variant">
      <vt:variant>
        <vt:lpstr>Polices utilisées</vt:lpstr>
      </vt:variant>
      <vt:variant>
        <vt:i4>3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19</vt:i4>
      </vt:variant>
    </vt:vector>
  </HeadingPairs>
  <TitlesOfParts>
    <vt:vector size="23" baseType="lpstr">
      <vt:lpstr>Arial</vt:lpstr>
      <vt:lpstr>Calibri</vt:lpstr>
      <vt:lpstr>Tenorite</vt:lpstr>
      <vt:lpstr>Personnalisé</vt:lpstr>
      <vt:lpstr>TP– Création d’un réseau</vt:lpstr>
      <vt:lpstr>Travail à réaliser :</vt:lpstr>
      <vt:lpstr>Modifier le nom de la machine Windows et Linux</vt:lpstr>
      <vt:lpstr>Modifier le nom de la machine Windows</vt:lpstr>
      <vt:lpstr>Modifier le nom de la machine Linux</vt:lpstr>
      <vt:lpstr>Modifier le nom de la machine Linux</vt:lpstr>
      <vt:lpstr>Modifier le nom de la machine Linux</vt:lpstr>
      <vt:lpstr>Modifier le nom de la machine Linux</vt:lpstr>
      <vt:lpstr>Modifier l’IP de la machine Windows et Linux</vt:lpstr>
      <vt:lpstr>Modifier l’IP de la machine Windows</vt:lpstr>
      <vt:lpstr>Modifier l’IP de la machine Windows</vt:lpstr>
      <vt:lpstr>Modifier l’IP de la machine Windows</vt:lpstr>
      <vt:lpstr>Modifier l’IP de la machine Windows</vt:lpstr>
      <vt:lpstr>Modifier l’IP de la machine Windows</vt:lpstr>
      <vt:lpstr>Modifier l’IP de la machine Windows</vt:lpstr>
      <vt:lpstr>Modifier l’IP de la machine Linux</vt:lpstr>
      <vt:lpstr>Test des pings</vt:lpstr>
      <vt:lpstr>Test des pings sur les 3 machines</vt:lpstr>
      <vt:lpstr>Test des pings sur les 3 machines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Nathan CASTRO</dc:creator>
  <cp:lastModifiedBy>Nathan CASTRO</cp:lastModifiedBy>
  <cp:revision>10</cp:revision>
  <dcterms:created xsi:type="dcterms:W3CDTF">2024-10-18T07:02:16Z</dcterms:created>
  <dcterms:modified xsi:type="dcterms:W3CDTF">2024-10-18T18:53:48Z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