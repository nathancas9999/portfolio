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4"/>
  </p:notesMasterIdLst>
  <p:handoutMasterIdLst>
    <p:handoutMasterId r:id="rId25"/>
  </p:handoutMasterIdLst>
  <p:sldIdLst>
    <p:sldId id="256" r:id="rId5"/>
    <p:sldId id="286" r:id="rId6"/>
    <p:sldId id="257" r:id="rId7"/>
    <p:sldId id="288" r:id="rId8"/>
    <p:sldId id="300" r:id="rId9"/>
    <p:sldId id="301" r:id="rId10"/>
    <p:sldId id="303" r:id="rId11"/>
    <p:sldId id="307" r:id="rId12"/>
    <p:sldId id="306" r:id="rId13"/>
    <p:sldId id="311" r:id="rId14"/>
    <p:sldId id="308" r:id="rId15"/>
    <p:sldId id="309" r:id="rId16"/>
    <p:sldId id="310" r:id="rId17"/>
    <p:sldId id="305" r:id="rId18"/>
    <p:sldId id="304" r:id="rId19"/>
    <p:sldId id="317" r:id="rId20"/>
    <p:sldId id="302" r:id="rId21"/>
    <p:sldId id="314" r:id="rId22"/>
    <p:sldId id="316" r:id="rId23"/>
  </p:sldIdLst>
  <p:sldSz cx="12192000" cy="6858000"/>
  <p:notesSz cx="6858000" cy="9144000"/>
  <p:defaultTextStyle>
    <a:defPPr rtl="0">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eu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646" autoAdjust="0"/>
  </p:normalViewPr>
  <p:slideViewPr>
    <p:cSldViewPr snapToGrid="0">
      <p:cViewPr varScale="1">
        <p:scale>
          <a:sx n="106" d="100"/>
          <a:sy n="106" d="100"/>
        </p:scale>
        <p:origin x="792" y="78"/>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97" d="100"/>
          <a:sy n="97" d="100"/>
        </p:scale>
        <p:origin x="2868"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52A714CA-BB23-4F17-A1E5-A7E59E550005}" type="datetime1">
              <a:rPr lang="fr-FR" smtClean="0"/>
              <a:t>24/01/2025</a:t>
            </a:fld>
            <a:endParaRPr lang="fr-FR" dirty="0"/>
          </a:p>
        </p:txBody>
      </p:sp>
      <p:sp>
        <p:nvSpPr>
          <p:cNvPr id="4" name="Espace réservé du pied de page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5" name="Espace réservé du numéro de diapositive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EAFF3A6F-DEFA-45E0-9496-BEE7C2C6F3D0}" type="slidenum">
              <a:rPr lang="fr-FR" smtClean="0"/>
              <a:t>‹N°›</a:t>
            </a:fld>
            <a:endParaRPr lang="fr-FR"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7D9FD98B-ABAD-47D0-AEF3-E7E088603B18}" type="datetime1">
              <a:rPr lang="fr-FR" smtClean="0"/>
              <a:t>24/01/2025</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fr-FR"/>
            </a:defPPr>
          </a:lstStyle>
          <a:p>
            <a:pPr rtl="0"/>
            <a:endParaRPr lang="fr-FR" dirty="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fr-FR"/>
            </a:defPPr>
          </a:lstStyle>
          <a:p>
            <a:pPr lvl="0" rtl="0"/>
            <a:r>
              <a:rPr lang="fr-FR"/>
              <a:t>Modifiez les styles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F97DC217-DF71-1A49-B3EA-559F1F43B0FF}" type="slidenum">
              <a:rPr lang="fr-FR" smtClean="0"/>
              <a:t>‹N°›</a:t>
            </a:fld>
            <a:endParaRPr lang="fr-FR"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fr-FR" sz="1200" kern="1200">
        <a:solidFill>
          <a:schemeClr val="tx1"/>
        </a:solidFill>
        <a:latin typeface="+mn-lt"/>
        <a:ea typeface="+mn-ea"/>
        <a:cs typeface="+mn-cs"/>
      </a:defRPr>
    </a:lvl1pPr>
    <a:lvl2pPr marL="457200" algn="l" defTabSz="914400" rtl="0" eaLnBrk="1" latinLnBrk="0" hangingPunct="1">
      <a:defRPr lang="fr-FR" sz="1200" kern="1200">
        <a:solidFill>
          <a:schemeClr val="tx1"/>
        </a:solidFill>
        <a:latin typeface="+mn-lt"/>
        <a:ea typeface="+mn-ea"/>
        <a:cs typeface="+mn-cs"/>
      </a:defRPr>
    </a:lvl2pPr>
    <a:lvl3pPr marL="914400" algn="l" defTabSz="914400" rtl="0" eaLnBrk="1" latinLnBrk="0" hangingPunct="1">
      <a:defRPr lang="fr-FR" sz="1200" kern="1200">
        <a:solidFill>
          <a:schemeClr val="tx1"/>
        </a:solidFill>
        <a:latin typeface="+mn-lt"/>
        <a:ea typeface="+mn-ea"/>
        <a:cs typeface="+mn-cs"/>
      </a:defRPr>
    </a:lvl3pPr>
    <a:lvl4pPr marL="1371600" algn="l" defTabSz="914400" rtl="0" eaLnBrk="1" latinLnBrk="0" hangingPunct="1">
      <a:defRPr lang="fr-FR" sz="1200" kern="1200">
        <a:solidFill>
          <a:schemeClr val="tx1"/>
        </a:solidFill>
        <a:latin typeface="+mn-lt"/>
        <a:ea typeface="+mn-ea"/>
        <a:cs typeface="+mn-cs"/>
      </a:defRPr>
    </a:lvl4pPr>
    <a:lvl5pPr marL="1828800" algn="l" defTabSz="914400" rtl="0" eaLnBrk="1" latinLnBrk="0" hangingPunct="1">
      <a:defRPr lang="fr-FR" sz="1200" kern="1200">
        <a:solidFill>
          <a:schemeClr val="tx1"/>
        </a:solidFill>
        <a:latin typeface="+mn-lt"/>
        <a:ea typeface="+mn-ea"/>
        <a:cs typeface="+mn-cs"/>
      </a:defRPr>
    </a:lvl5pPr>
    <a:lvl6pPr marL="2286000" algn="l" defTabSz="914400" rtl="0" eaLnBrk="1" latinLnBrk="0" hangingPunct="1">
      <a:defRPr lang="fr-FR" sz="1200" kern="1200">
        <a:solidFill>
          <a:schemeClr val="tx1"/>
        </a:solidFill>
        <a:latin typeface="+mn-lt"/>
        <a:ea typeface="+mn-ea"/>
        <a:cs typeface="+mn-cs"/>
      </a:defRPr>
    </a:lvl6pPr>
    <a:lvl7pPr marL="2743200" algn="l" defTabSz="914400" rtl="0" eaLnBrk="1" latinLnBrk="0" hangingPunct="1">
      <a:defRPr lang="fr-FR" sz="1200" kern="1200">
        <a:solidFill>
          <a:schemeClr val="tx1"/>
        </a:solidFill>
        <a:latin typeface="+mn-lt"/>
        <a:ea typeface="+mn-ea"/>
        <a:cs typeface="+mn-cs"/>
      </a:defRPr>
    </a:lvl7pPr>
    <a:lvl8pPr marL="3200400" algn="l" defTabSz="914400" rtl="0" eaLnBrk="1" latinLnBrk="0" hangingPunct="1">
      <a:defRPr lang="fr-FR" sz="1200" kern="1200">
        <a:solidFill>
          <a:schemeClr val="tx1"/>
        </a:solidFill>
        <a:latin typeface="+mn-lt"/>
        <a:ea typeface="+mn-ea"/>
        <a:cs typeface="+mn-cs"/>
      </a:defRPr>
    </a:lvl8pPr>
    <a:lvl9pPr marL="3657600" algn="l" defTabSz="914400" rtl="0" eaLnBrk="1" latinLnBrk="0" hangingPunct="1">
      <a:defRPr lang="fr-F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1</a:t>
            </a:fld>
            <a:endParaRPr lang="fr-FR"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2</a:t>
            </a:fld>
            <a:endParaRPr lang="fr-FR" dirty="0"/>
          </a:p>
        </p:txBody>
      </p:sp>
    </p:spTree>
    <p:extLst>
      <p:ext uri="{BB962C8B-B14F-4D97-AF65-F5344CB8AC3E}">
        <p14:creationId xmlns:p14="http://schemas.microsoft.com/office/powerpoint/2010/main" val="1938948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3</a:t>
            </a:fld>
            <a:endParaRPr lang="fr-FR" dirty="0"/>
          </a:p>
        </p:txBody>
      </p:sp>
    </p:spTree>
    <p:extLst>
      <p:ext uri="{BB962C8B-B14F-4D97-AF65-F5344CB8AC3E}">
        <p14:creationId xmlns:p14="http://schemas.microsoft.com/office/powerpoint/2010/main" val="2915247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4</a:t>
            </a:fld>
            <a:endParaRPr lang="fr-FR" dirty="0"/>
          </a:p>
        </p:txBody>
      </p:sp>
    </p:spTree>
    <p:extLst>
      <p:ext uri="{BB962C8B-B14F-4D97-AF65-F5344CB8AC3E}">
        <p14:creationId xmlns:p14="http://schemas.microsoft.com/office/powerpoint/2010/main" val="3862743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94C61-3A7B-0233-0AAF-6509E1E14E1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63E5A3-7662-556D-D5E4-2022D72328F6}"/>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114C20B-3932-5672-80A3-7FF93F5C26DD}"/>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C72CEECF-CB7B-AE03-3E9D-5C588F9006BD}"/>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5</a:t>
            </a:fld>
            <a:endParaRPr lang="fr-FR" dirty="0"/>
          </a:p>
        </p:txBody>
      </p:sp>
    </p:spTree>
    <p:extLst>
      <p:ext uri="{BB962C8B-B14F-4D97-AF65-F5344CB8AC3E}">
        <p14:creationId xmlns:p14="http://schemas.microsoft.com/office/powerpoint/2010/main" val="4081679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E117B-05BA-77FA-C330-3082DB6F33F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02E50D7-CA47-13AF-6432-220DE90514C1}"/>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1482AB3A-5B43-415D-80DC-EB19AA146B99}"/>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37552B4E-3FDF-7492-85C3-15ED045E7480}"/>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6</a:t>
            </a:fld>
            <a:endParaRPr lang="fr-FR" dirty="0"/>
          </a:p>
        </p:txBody>
      </p:sp>
    </p:spTree>
    <p:extLst>
      <p:ext uri="{BB962C8B-B14F-4D97-AF65-F5344CB8AC3E}">
        <p14:creationId xmlns:p14="http://schemas.microsoft.com/office/powerpoint/2010/main" val="16355266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8A44F-42FC-132A-F7CE-996D788AA32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51AEB9F-2C68-0EF4-C5ED-F13EFCD88E51}"/>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BB411638-3795-1D81-B483-59CC22EFEDA7}"/>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331E15D2-EC62-2E37-6383-55CE17E202B6}"/>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7</a:t>
            </a:fld>
            <a:endParaRPr lang="fr-FR" dirty="0"/>
          </a:p>
        </p:txBody>
      </p:sp>
    </p:spTree>
    <p:extLst>
      <p:ext uri="{BB962C8B-B14F-4D97-AF65-F5344CB8AC3E}">
        <p14:creationId xmlns:p14="http://schemas.microsoft.com/office/powerpoint/2010/main" val="31842893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961A1-F685-24DB-3694-7E166870326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5BEC7B2-A906-365D-A44D-F885E22B3E9F}"/>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4E3E29A5-9E94-1BBA-96E2-7A2683278627}"/>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69DFAFC8-F719-7267-3AC3-969C9F07CA2F}"/>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8</a:t>
            </a:fld>
            <a:endParaRPr lang="fr-FR" dirty="0"/>
          </a:p>
        </p:txBody>
      </p:sp>
    </p:spTree>
    <p:extLst>
      <p:ext uri="{BB962C8B-B14F-4D97-AF65-F5344CB8AC3E}">
        <p14:creationId xmlns:p14="http://schemas.microsoft.com/office/powerpoint/2010/main" val="2233411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E363E-D8DA-BF63-15C2-06FE330FE7C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5626D69-7E72-53D3-691A-D8A34BD2E46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55694787-EF4C-5517-1967-3519C14FB7E9}"/>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2C0D4935-4EE4-276F-5CF4-AC101114F1DE}"/>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9</a:t>
            </a:fld>
            <a:endParaRPr lang="fr-FR" dirty="0"/>
          </a:p>
        </p:txBody>
      </p:sp>
    </p:spTree>
    <p:extLst>
      <p:ext uri="{BB962C8B-B14F-4D97-AF65-F5344CB8AC3E}">
        <p14:creationId xmlns:p14="http://schemas.microsoft.com/office/powerpoint/2010/main" val="33255719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83306-F513-599E-AD3E-47746D3FD2A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318B67-5A21-F9D9-A50A-448B649FAB97}"/>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D797C7BA-8917-ED1D-85F1-F5C4B3B1B417}"/>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79940692-818E-D179-3FDD-66754FEB8EFE}"/>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10</a:t>
            </a:fld>
            <a:endParaRPr lang="fr-FR" dirty="0"/>
          </a:p>
        </p:txBody>
      </p:sp>
    </p:spTree>
    <p:extLst>
      <p:ext uri="{BB962C8B-B14F-4D97-AF65-F5344CB8AC3E}">
        <p14:creationId xmlns:p14="http://schemas.microsoft.com/office/powerpoint/2010/main" val="2012453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0D5AA-D8E8-755D-7FE1-7D8C0C19D44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A87F70C-002E-B5CD-81A0-054FBBFB053D}"/>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01C61E0B-9B4C-53AA-C31E-A9BC4C31FAC1}"/>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CCC6F094-A323-A770-8B9C-A9ED6027E6A8}"/>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11</a:t>
            </a:fld>
            <a:endParaRPr lang="fr-FR" dirty="0"/>
          </a:p>
        </p:txBody>
      </p:sp>
    </p:spTree>
    <p:extLst>
      <p:ext uri="{BB962C8B-B14F-4D97-AF65-F5344CB8AC3E}">
        <p14:creationId xmlns:p14="http://schemas.microsoft.com/office/powerpoint/2010/main" val="3498938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A9E03-8616-D311-B9FC-69A1238059F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315ABA6-CC35-1558-60EA-63309C23FD60}"/>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02AAE49-AA79-C2AC-7097-88A9939F3651}"/>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0EB4021C-BCD0-38D1-6AAA-176F2419A88C}"/>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12</a:t>
            </a:fld>
            <a:endParaRPr lang="fr-FR" dirty="0"/>
          </a:p>
        </p:txBody>
      </p:sp>
    </p:spTree>
    <p:extLst>
      <p:ext uri="{BB962C8B-B14F-4D97-AF65-F5344CB8AC3E}">
        <p14:creationId xmlns:p14="http://schemas.microsoft.com/office/powerpoint/2010/main" val="20744021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B347C-23C9-8DEF-2D0F-6ACFB2062A4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A1ADF5D-F93A-2896-49EE-3014D6F085E4}"/>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3AC5B8D3-8726-BEE5-DEBA-7997A4B5485C}"/>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2FD286E5-1F6A-B3FB-3A25-AE847DCFB878}"/>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13</a:t>
            </a:fld>
            <a:endParaRPr lang="fr-FR" dirty="0"/>
          </a:p>
        </p:txBody>
      </p:sp>
    </p:spTree>
    <p:extLst>
      <p:ext uri="{BB962C8B-B14F-4D97-AF65-F5344CB8AC3E}">
        <p14:creationId xmlns:p14="http://schemas.microsoft.com/office/powerpoint/2010/main" val="41917447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45EBB-BB05-8C7A-0DF7-A9B73978237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DCEF77C-27B8-0254-877B-56F8F13AA30E}"/>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20D522E5-BA81-A65F-7ABF-700F6113A435}"/>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70A63DE7-AA30-A392-EFD8-421DBCFECE3B}"/>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14</a:t>
            </a:fld>
            <a:endParaRPr lang="fr-FR" dirty="0"/>
          </a:p>
        </p:txBody>
      </p:sp>
    </p:spTree>
    <p:extLst>
      <p:ext uri="{BB962C8B-B14F-4D97-AF65-F5344CB8AC3E}">
        <p14:creationId xmlns:p14="http://schemas.microsoft.com/office/powerpoint/2010/main" val="38763821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46CE5-41CD-1B07-B291-1964FDEAAC8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5F8A0AB-6BD2-A84C-9558-5627DD1181BD}"/>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E2DA50DB-E895-1A54-35BA-FADECC482847}"/>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2DF98344-EC32-8964-2A58-37252F0D9547}"/>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15</a:t>
            </a:fld>
            <a:endParaRPr lang="fr-FR" dirty="0"/>
          </a:p>
        </p:txBody>
      </p:sp>
    </p:spTree>
    <p:extLst>
      <p:ext uri="{BB962C8B-B14F-4D97-AF65-F5344CB8AC3E}">
        <p14:creationId xmlns:p14="http://schemas.microsoft.com/office/powerpoint/2010/main" val="39919726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D313C-1A07-FBDC-5834-F1420BB05D7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7CA5BB1-98F3-24E0-B1C2-73B6D13DF3FE}"/>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4E39EDAE-115E-F80C-9189-1AB991DC5F47}"/>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07B004EC-3DF2-6A4F-B533-5F723779A2C6}"/>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16</a:t>
            </a:fld>
            <a:endParaRPr lang="fr-FR" dirty="0"/>
          </a:p>
        </p:txBody>
      </p:sp>
    </p:spTree>
    <p:extLst>
      <p:ext uri="{BB962C8B-B14F-4D97-AF65-F5344CB8AC3E}">
        <p14:creationId xmlns:p14="http://schemas.microsoft.com/office/powerpoint/2010/main" val="21066574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89EE6-BBDB-E8DE-407D-4E22C25CCC2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BC67A9E-9ECD-319E-7C92-B8B55651C61A}"/>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EA795E2D-B971-C48A-BD10-91F55C866505}"/>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586D73DA-E9FF-C1AC-B9C4-B60E6FE77578}"/>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17</a:t>
            </a:fld>
            <a:endParaRPr lang="fr-FR" dirty="0"/>
          </a:p>
        </p:txBody>
      </p:sp>
    </p:spTree>
    <p:extLst>
      <p:ext uri="{BB962C8B-B14F-4D97-AF65-F5344CB8AC3E}">
        <p14:creationId xmlns:p14="http://schemas.microsoft.com/office/powerpoint/2010/main" val="27212457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B9B22-7D17-B5AC-06AE-49C6A119D9C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9757384-BD60-DE1E-B0C0-45EFA1335D7E}"/>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05B78178-2936-1700-193E-BC84BA46329C}"/>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074840C3-049F-572E-EC44-104DA1E67E11}"/>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18</a:t>
            </a:fld>
            <a:endParaRPr lang="fr-FR" dirty="0"/>
          </a:p>
        </p:txBody>
      </p:sp>
    </p:spTree>
    <p:extLst>
      <p:ext uri="{BB962C8B-B14F-4D97-AF65-F5344CB8AC3E}">
        <p14:creationId xmlns:p14="http://schemas.microsoft.com/office/powerpoint/2010/main" val="20127715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37C78-B05F-0D52-8B0A-62442EA1551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9EA5EFF-888C-E4B8-7191-EAB7C9874FAE}"/>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F87D611F-9D94-764D-3669-E9B4E6BC4975}"/>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C9AEA360-4615-EFFE-C67B-A9361B7BAF66}"/>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19</a:t>
            </a:fld>
            <a:endParaRPr lang="fr-FR" dirty="0"/>
          </a:p>
        </p:txBody>
      </p:sp>
    </p:spTree>
    <p:extLst>
      <p:ext uri="{BB962C8B-B14F-4D97-AF65-F5344CB8AC3E}">
        <p14:creationId xmlns:p14="http://schemas.microsoft.com/office/powerpoint/2010/main" val="20243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grpSp>
        <p:nvGrpSpPr>
          <p:cNvPr id="7" name="Groupe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e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11" name="Forme libre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9" name="Forme libre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6" name="Groupe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orme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6" name="Forme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2" name="Forme libre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28" name="Forme libre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rtlCol="0" anchor="b">
            <a:noAutofit/>
          </a:bodyPr>
          <a:lstStyle>
            <a:lvl1pPr algn="l">
              <a:defRPr lang="fr-FR" sz="6000" b="1">
                <a:latin typeface="+mj-lt"/>
              </a:defRPr>
            </a:lvl1pPr>
          </a:lstStyle>
          <a:p>
            <a:pPr rtl="0"/>
            <a:r>
              <a:rPr lang="fr-FR"/>
              <a:t>Cliquez pour ajouter un titre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e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6" name="Forme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9" name="Groupe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rtlCol="0" anchor="b">
            <a:noAutofit/>
          </a:bodyPr>
          <a:lstStyle>
            <a:lvl1pPr>
              <a:defRPr lang="fr-FR" sz="4200" b="1">
                <a:latin typeface="+mj-lt"/>
              </a:defRPr>
            </a:lvl1pPr>
          </a:lstStyle>
          <a:p>
            <a:pPr rtl="0"/>
            <a:r>
              <a:rPr lang="fr-FR"/>
              <a:t>Cliquez pour ajouter un titre</a:t>
            </a:r>
          </a:p>
        </p:txBody>
      </p:sp>
      <p:sp>
        <p:nvSpPr>
          <p:cNvPr id="3" name="Espace réservé du contenu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rtlCol="0">
            <a:normAutofit/>
          </a:bodyPr>
          <a:lstStyle>
            <a:lvl1pPr marL="0" indent="0">
              <a:buNone/>
              <a:defRPr lang="fr-FR">
                <a:latin typeface="+mn-lt"/>
              </a:defRPr>
            </a:lvl1pPr>
            <a:lvl2pPr marL="457200" indent="0">
              <a:buNone/>
              <a:defRPr lang="fr-FR">
                <a:latin typeface="+mn-lt"/>
              </a:defRPr>
            </a:lvl2pPr>
            <a:lvl3pPr marL="914400" indent="0">
              <a:buNone/>
              <a:defRPr lang="fr-FR">
                <a:latin typeface="+mn-lt"/>
              </a:defRPr>
            </a:lvl3pPr>
            <a:lvl4pPr marL="1371600" indent="0">
              <a:buNone/>
              <a:defRPr lang="fr-FR">
                <a:latin typeface="+mn-lt"/>
              </a:defRPr>
            </a:lvl4pPr>
            <a:lvl5pPr marL="1828800" indent="0">
              <a:buNone/>
              <a:defRPr lang="fr-FR">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re et image droite">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orme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6" name="Forme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9" name="Groupe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rtlCol="0" anchor="ctr" anchorCtr="0">
            <a:noAutofit/>
          </a:bodyPr>
          <a:lstStyle>
            <a:lvl1pPr>
              <a:defRPr lang="fr-FR" sz="6000" b="1">
                <a:latin typeface="+mj-lt"/>
              </a:defRPr>
            </a:lvl1pPr>
          </a:lstStyle>
          <a:p>
            <a:pPr rtl="0"/>
            <a:r>
              <a:rPr lang="fr-FR"/>
              <a:t>Cliquez pour ajouter un titre</a:t>
            </a:r>
          </a:p>
        </p:txBody>
      </p:sp>
      <p:sp>
        <p:nvSpPr>
          <p:cNvPr id="15" name="Espace réservé d’image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rtlCol="0"/>
          <a:lstStyle>
            <a:lvl1pPr marL="0" indent="0" algn="ctr">
              <a:buNone/>
              <a:defRPr lang="fr-FR" sz="2000"/>
            </a:lvl1pPr>
          </a:lstStyle>
          <a:p>
            <a:pPr rtl="0"/>
            <a:r>
              <a:rPr lang="fr-FR"/>
              <a:t>Cliquez sur l'icône pour ajouter une image</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re et image de gauche">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e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6" name="Forme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9" name="Groupe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rtlCol="0" anchor="b" anchorCtr="0">
            <a:noAutofit/>
          </a:bodyPr>
          <a:lstStyle>
            <a:lvl1pPr>
              <a:defRPr lang="fr-FR" sz="6000" b="1">
                <a:latin typeface="+mj-lt"/>
              </a:defRPr>
            </a:lvl1pPr>
          </a:lstStyle>
          <a:p>
            <a:pPr rtl="0"/>
            <a:r>
              <a:rPr lang="fr-FR"/>
              <a:t>Cliquez pour ajouter un titre</a:t>
            </a:r>
          </a:p>
        </p:txBody>
      </p:sp>
      <p:sp>
        <p:nvSpPr>
          <p:cNvPr id="3" name="Sous-titr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rtlCol="0" anchor="t" anchorCtr="0">
            <a:noAutofit/>
          </a:bodyPr>
          <a:lstStyle>
            <a:lvl1pPr marL="0" indent="0" algn="l">
              <a:buNone/>
              <a:defRPr lang="fr-FR" sz="3200">
                <a:latin typeface="+mn-lt"/>
              </a:defRPr>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rtl="0"/>
            <a:r>
              <a:rPr lang="fr-FR"/>
              <a:t>Cliquez pour ajouter un sous-titre</a:t>
            </a:r>
          </a:p>
        </p:txBody>
      </p:sp>
      <p:sp>
        <p:nvSpPr>
          <p:cNvPr id="15" name="Espace réservé d’image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rtlCol="0"/>
          <a:lstStyle>
            <a:lvl1pPr marL="0" indent="0" algn="ctr">
              <a:buNone/>
              <a:defRPr lang="fr-FR" sz="2000"/>
            </a:lvl1pPr>
          </a:lstStyle>
          <a:p>
            <a:pPr rtl="0"/>
            <a:r>
              <a:rPr lang="fr-FR"/>
              <a:t>Cliquez sur l'icône pour ajouter une image</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2">
    <p:bg>
      <p:bgPr>
        <a:solidFill>
          <a:schemeClr val="accent2"/>
        </a:solidFill>
        <a:effectLst/>
      </p:bgPr>
    </p:bg>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12" name="Forme libre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4" name="Forme libre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5" name="Forme libre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13" name="Titr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rtlCol="0" anchor="b">
            <a:noAutofit/>
          </a:bodyPr>
          <a:lstStyle>
            <a:lvl1pPr>
              <a:defRPr lang="fr-FR" sz="4200" b="1">
                <a:latin typeface="+mj-lt"/>
              </a:defRPr>
            </a:lvl1pPr>
          </a:lstStyle>
          <a:p>
            <a:pPr rtl="0"/>
            <a:r>
              <a:rPr lang="fr-FR"/>
              <a:t>Cliquez pour ajouter un titre</a:t>
            </a:r>
          </a:p>
        </p:txBody>
      </p:sp>
      <p:sp>
        <p:nvSpPr>
          <p:cNvPr id="3" name="Espace réservé du contenu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rtlCol="0">
            <a:normAutofit/>
          </a:bodyPr>
          <a:lstStyle>
            <a:lvl1pPr marL="342900" indent="-283464">
              <a:spcBef>
                <a:spcPts val="1000"/>
              </a:spcBef>
              <a:buFont typeface="Arial" panose="020B0604020202020204" pitchFamily="34" charset="0"/>
              <a:buChar char="•"/>
              <a:defRPr lang="fr-FR" sz="2000">
                <a:solidFill>
                  <a:schemeClr val="bg1"/>
                </a:solidFill>
                <a:latin typeface="+mn-lt"/>
              </a:defRPr>
            </a:lvl1pPr>
            <a:lvl2pPr marL="566928" indent="-283464">
              <a:spcBef>
                <a:spcPts val="1000"/>
              </a:spcBef>
              <a:buFont typeface="Arial" panose="020B0604020202020204" pitchFamily="34" charset="0"/>
              <a:buChar char="•"/>
              <a:defRPr lang="fr-FR" sz="2000">
                <a:solidFill>
                  <a:schemeClr val="bg1"/>
                </a:solidFill>
                <a:latin typeface="+mn-lt"/>
              </a:defRPr>
            </a:lvl2pPr>
            <a:lvl3pPr marL="850392" indent="-283464">
              <a:spcBef>
                <a:spcPts val="1000"/>
              </a:spcBef>
              <a:buFont typeface="Arial" panose="020B0604020202020204" pitchFamily="34" charset="0"/>
              <a:buChar char="•"/>
              <a:defRPr lang="fr-FR" sz="2000">
                <a:solidFill>
                  <a:schemeClr val="bg1"/>
                </a:solidFill>
                <a:latin typeface="+mn-lt"/>
              </a:defRPr>
            </a:lvl3pPr>
            <a:lvl4pPr marL="1097280" indent="-283464">
              <a:spcBef>
                <a:spcPts val="1000"/>
              </a:spcBef>
              <a:buFont typeface="Arial" panose="020B0604020202020204" pitchFamily="34" charset="0"/>
              <a:buChar char="•"/>
              <a:defRPr lang="fr-FR" sz="2000">
                <a:solidFill>
                  <a:schemeClr val="bg1"/>
                </a:solidFill>
                <a:latin typeface="+mn-lt"/>
              </a:defRPr>
            </a:lvl4pPr>
            <a:lvl5pPr marL="1371600" indent="-283464">
              <a:spcBef>
                <a:spcPts val="1000"/>
              </a:spcBef>
              <a:buFont typeface="Arial" panose="020B0604020202020204" pitchFamily="34" charset="0"/>
              <a:buChar char="•"/>
              <a:defRPr lang="fr-FR" sz="2000">
                <a:solidFill>
                  <a:schemeClr val="bg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 name="Espace réservé de la date 3">
            <a:extLst>
              <a:ext uri="{FF2B5EF4-FFF2-40B4-BE49-F238E27FC236}">
                <a16:creationId xmlns:a16="http://schemas.microsoft.com/office/drawing/2014/main" id="{8E95D4F5-F69B-42F6-8A9D-330F696E144B}"/>
              </a:ext>
            </a:extLst>
          </p:cNvPr>
          <p:cNvSpPr>
            <a:spLocks noGrp="1"/>
          </p:cNvSpPr>
          <p:nvPr>
            <p:ph type="dt" sz="half" idx="10"/>
          </p:nvPr>
        </p:nvSpPr>
        <p:spPr/>
        <p:txBody>
          <a:bodyPr rtlCol="0">
            <a:noAutofit/>
          </a:bodyPr>
          <a:lstStyle>
            <a:lvl1pPr>
              <a:defRPr lang="fr-FR">
                <a:solidFill>
                  <a:schemeClr val="accent2"/>
                </a:solidFill>
                <a:latin typeface="+mn-lt"/>
              </a:defRPr>
            </a:lvl1pPr>
          </a:lstStyle>
          <a:p>
            <a:pPr rtl="0"/>
            <a:r>
              <a:rPr lang="fr-FR"/>
              <a:t>08/09/20XX</a:t>
            </a:r>
          </a:p>
        </p:txBody>
      </p:sp>
      <p:sp>
        <p:nvSpPr>
          <p:cNvPr id="5" name="Espace réservé du pied de page 4">
            <a:extLst>
              <a:ext uri="{FF2B5EF4-FFF2-40B4-BE49-F238E27FC236}">
                <a16:creationId xmlns:a16="http://schemas.microsoft.com/office/drawing/2014/main" id="{FA79A23A-2238-4904-8692-9F2DAE8B8FC9}"/>
              </a:ext>
            </a:extLst>
          </p:cNvPr>
          <p:cNvSpPr>
            <a:spLocks noGrp="1"/>
          </p:cNvSpPr>
          <p:nvPr>
            <p:ph type="ftr" sz="quarter" idx="11"/>
          </p:nvPr>
        </p:nvSpPr>
        <p:spPr/>
        <p:txBody>
          <a:bodyPr rtlCol="0">
            <a:noAutofit/>
          </a:bodyPr>
          <a:lstStyle>
            <a:lvl1pPr>
              <a:defRPr lang="fr-FR">
                <a:solidFill>
                  <a:schemeClr val="accent2"/>
                </a:solidFill>
                <a:latin typeface="+mn-lt"/>
              </a:defRPr>
            </a:lvl1pPr>
          </a:lstStyle>
          <a:p>
            <a:pPr rtl="0"/>
            <a:endParaRPr lang="fr-FR" dirty="0"/>
          </a:p>
        </p:txBody>
      </p:sp>
      <p:sp>
        <p:nvSpPr>
          <p:cNvPr id="6" name="Espace réservé du numéro de diapositive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rtlCol="0">
            <a:noAutofit/>
          </a:bodyPr>
          <a:lstStyle>
            <a:lvl1pPr>
              <a:defRPr lang="fr-FR">
                <a:solidFill>
                  <a:schemeClr val="accent3"/>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re de la section">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orme libre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6" name="Groupe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orme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6" name="Forme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17" name="Forme libre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8" name="Forme libre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rtlCol="0" anchor="b">
            <a:noAutofit/>
          </a:bodyPr>
          <a:lstStyle>
            <a:lvl1pPr algn="l">
              <a:defRPr lang="fr-FR" sz="6000" b="1">
                <a:solidFill>
                  <a:schemeClr val="bg1"/>
                </a:solidFill>
                <a:latin typeface="+mj-lt"/>
              </a:defRPr>
            </a:lvl1pPr>
          </a:lstStyle>
          <a:p>
            <a:pPr rtl="0"/>
            <a:r>
              <a:rPr lang="fr-FR"/>
              <a:t>Cliquez pour ajouter un titre</a:t>
            </a:r>
          </a:p>
        </p:txBody>
      </p:sp>
      <p:sp>
        <p:nvSpPr>
          <p:cNvPr id="3" name="Sous-titr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rtlCol="0" anchor="ctr" anchorCtr="0">
            <a:noAutofit/>
          </a:bodyPr>
          <a:lstStyle>
            <a:lvl1pPr marL="0" indent="0" algn="l">
              <a:buNone/>
              <a:defRPr lang="fr-FR" sz="3200">
                <a:solidFill>
                  <a:schemeClr val="bg1"/>
                </a:solidFill>
                <a:latin typeface="+mn-lt"/>
              </a:defRPr>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rtl="0"/>
            <a:r>
              <a:rPr lang="fr-FR"/>
              <a:t>Cliquez pour ajouter un sous-titre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et contenu de 2 colonnes">
    <p:spTree>
      <p:nvGrpSpPr>
        <p:cNvPr id="1" name=""/>
        <p:cNvGrpSpPr/>
        <p:nvPr/>
      </p:nvGrpSpPr>
      <p:grpSpPr>
        <a:xfrm>
          <a:off x="0" y="0"/>
          <a:ext cx="0" cy="0"/>
          <a:chOff x="0" y="0"/>
          <a:chExt cx="0" cy="0"/>
        </a:xfrm>
      </p:grpSpPr>
      <p:grpSp>
        <p:nvGrpSpPr>
          <p:cNvPr id="16" name="Groupe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e libre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6" name="Forme libre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9" name="Groupe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rtlCol="0" anchor="b">
            <a:noAutofit/>
          </a:bodyPr>
          <a:lstStyle>
            <a:lvl1pPr>
              <a:defRPr lang="fr-FR" sz="4200" b="1">
                <a:latin typeface="+mj-lt"/>
              </a:defRPr>
            </a:lvl1pPr>
          </a:lstStyle>
          <a:p>
            <a:pPr rtl="0"/>
            <a:r>
              <a:rPr lang="fr-FR"/>
              <a:t>Cliquez pour ajouter un titre</a:t>
            </a:r>
          </a:p>
        </p:txBody>
      </p:sp>
      <p:sp>
        <p:nvSpPr>
          <p:cNvPr id="3" name="Espace réservé du contenu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rtlCol="0">
            <a:normAutofit/>
          </a:bodyPr>
          <a:lstStyle>
            <a:lvl1pPr marL="0" indent="0">
              <a:spcBef>
                <a:spcPts val="1000"/>
              </a:spcBef>
              <a:buFont typeface="Arial" panose="020B0604020202020204" pitchFamily="34" charset="0"/>
              <a:buNone/>
              <a:defRPr lang="fr-FR" sz="2000">
                <a:latin typeface="+mn-lt"/>
              </a:defRPr>
            </a:lvl1pPr>
            <a:lvl2pPr marL="283464" indent="-283464">
              <a:spcBef>
                <a:spcPts val="1000"/>
              </a:spcBef>
              <a:buFont typeface="Arial" panose="020B0604020202020204" pitchFamily="34" charset="0"/>
              <a:buChar char="•"/>
              <a:defRPr lang="fr-FR" sz="2000">
                <a:latin typeface="+mn-lt"/>
              </a:defRPr>
            </a:lvl2pPr>
            <a:lvl3pPr marL="566928" indent="-283464">
              <a:spcBef>
                <a:spcPts val="1000"/>
              </a:spcBef>
              <a:buFont typeface="Arial" panose="020B0604020202020204" pitchFamily="34" charset="0"/>
              <a:buChar char="•"/>
              <a:defRPr lang="fr-FR" sz="2000">
                <a:latin typeface="+mn-lt"/>
              </a:defRPr>
            </a:lvl3pPr>
            <a:lvl4pPr marL="850392" indent="-283464">
              <a:spcBef>
                <a:spcPts val="1000"/>
              </a:spcBef>
              <a:buFont typeface="Arial" panose="020B0604020202020204" pitchFamily="34" charset="0"/>
              <a:buChar char="•"/>
              <a:defRPr lang="fr-FR" sz="2000">
                <a:latin typeface="+mn-lt"/>
              </a:defRPr>
            </a:lvl4pPr>
            <a:lvl5pPr marL="1133856" indent="-283464">
              <a:spcBef>
                <a:spcPts val="1000"/>
              </a:spcBef>
              <a:buFont typeface="Arial" panose="020B0604020202020204" pitchFamily="34" charset="0"/>
              <a:buChar char="•"/>
              <a:defRPr lang="fr-FR" sz="2000">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3" name="Espace réservé du contenu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rtlCol="0">
            <a:normAutofit/>
          </a:bodyPr>
          <a:lstStyle>
            <a:lvl1pPr marL="0" indent="0">
              <a:spcBef>
                <a:spcPts val="1000"/>
              </a:spcBef>
              <a:buFont typeface="Arial" panose="020B0604020202020204" pitchFamily="34" charset="0"/>
              <a:buNone/>
              <a:defRPr lang="fr-FR" sz="2000">
                <a:latin typeface="+mn-lt"/>
              </a:defRPr>
            </a:lvl1pPr>
            <a:lvl2pPr marL="283464" indent="-283464">
              <a:spcBef>
                <a:spcPts val="1000"/>
              </a:spcBef>
              <a:buFont typeface="Arial" panose="020B0604020202020204" pitchFamily="34" charset="0"/>
              <a:buChar char="•"/>
              <a:defRPr lang="fr-FR" sz="2000">
                <a:latin typeface="+mn-lt"/>
              </a:defRPr>
            </a:lvl2pPr>
            <a:lvl3pPr marL="566928" indent="-283464">
              <a:spcBef>
                <a:spcPts val="1000"/>
              </a:spcBef>
              <a:buFont typeface="Arial" panose="020B0604020202020204" pitchFamily="34" charset="0"/>
              <a:buChar char="•"/>
              <a:defRPr lang="fr-FR" sz="2000">
                <a:latin typeface="+mn-lt"/>
              </a:defRPr>
            </a:lvl3pPr>
            <a:lvl4pPr marL="850392" indent="-283464">
              <a:spcBef>
                <a:spcPts val="1000"/>
              </a:spcBef>
              <a:buFont typeface="Arial" panose="020B0604020202020204" pitchFamily="34" charset="0"/>
              <a:buChar char="•"/>
              <a:defRPr lang="fr-FR" sz="2000">
                <a:latin typeface="+mn-lt"/>
              </a:defRPr>
            </a:lvl4pPr>
            <a:lvl5pPr marL="1133856" indent="-283464">
              <a:spcBef>
                <a:spcPts val="1000"/>
              </a:spcBef>
              <a:buFont typeface="Arial" panose="020B0604020202020204" pitchFamily="34" charset="0"/>
              <a:buChar char="•"/>
              <a:defRPr lang="fr-FR" sz="2000">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et 2 contenus">
    <p:bg>
      <p:bgPr>
        <a:solidFill>
          <a:schemeClr val="accent1"/>
        </a:solidFill>
        <a:effectLst/>
      </p:bgPr>
    </p:bg>
    <p:spTree>
      <p:nvGrpSpPr>
        <p:cNvPr id="1" name=""/>
        <p:cNvGrpSpPr/>
        <p:nvPr/>
      </p:nvGrpSpPr>
      <p:grpSpPr>
        <a:xfrm>
          <a:off x="0" y="0"/>
          <a:ext cx="0" cy="0"/>
          <a:chOff x="0" y="0"/>
          <a:chExt cx="0" cy="0"/>
        </a:xfrm>
      </p:grpSpPr>
      <p:grpSp>
        <p:nvGrpSpPr>
          <p:cNvPr id="6" name="Groupe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orme libre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rtlCol="0" anchor="b">
            <a:noAutofit/>
          </a:bodyPr>
          <a:lstStyle>
            <a:lvl1pPr>
              <a:defRPr lang="fr-FR" sz="4200" b="1">
                <a:solidFill>
                  <a:schemeClr val="bg1"/>
                </a:solidFill>
                <a:latin typeface="+mj-lt"/>
              </a:defRPr>
            </a:lvl1pPr>
          </a:lstStyle>
          <a:p>
            <a:pPr rtl="0"/>
            <a:r>
              <a:rPr lang="fr-FR"/>
              <a:t>Cliquez pour ajouter un titre</a:t>
            </a:r>
          </a:p>
        </p:txBody>
      </p:sp>
      <p:sp>
        <p:nvSpPr>
          <p:cNvPr id="14" name="Espace réservé du contenu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rtlCol="0">
            <a:normAutofit/>
          </a:bodyPr>
          <a:lstStyle>
            <a:lvl1pPr marL="530352" indent="-530352">
              <a:spcBef>
                <a:spcPts val="1000"/>
              </a:spcBef>
              <a:buFont typeface="+mj-lt"/>
              <a:buAutoNum type="arabicPeriod"/>
              <a:defRPr lang="fr-FR" sz="2000">
                <a:solidFill>
                  <a:schemeClr val="bg1"/>
                </a:solidFill>
                <a:latin typeface="+mn-lt"/>
              </a:defRPr>
            </a:lvl1pPr>
            <a:lvl2pPr marL="1097280" indent="-530352">
              <a:spcBef>
                <a:spcPts val="1000"/>
              </a:spcBef>
              <a:buFont typeface="+mj-lt"/>
              <a:buAutoNum type="alphaLcPeriod"/>
              <a:defRPr lang="fr-FR" sz="2000">
                <a:solidFill>
                  <a:schemeClr val="bg1"/>
                </a:solidFill>
                <a:latin typeface="+mn-lt"/>
              </a:defRPr>
            </a:lvl2pPr>
            <a:lvl3pPr marL="1645920" indent="-530352">
              <a:spcBef>
                <a:spcPts val="1000"/>
              </a:spcBef>
              <a:buFont typeface="+mj-lt"/>
              <a:buAutoNum type="arabicParenR"/>
              <a:defRPr lang="fr-FR" sz="2000">
                <a:solidFill>
                  <a:schemeClr val="bg1"/>
                </a:solidFill>
                <a:latin typeface="+mn-lt"/>
              </a:defRPr>
            </a:lvl3pPr>
            <a:lvl4pPr marL="1920240" indent="-530352">
              <a:spcBef>
                <a:spcPts val="1000"/>
              </a:spcBef>
              <a:buFont typeface="+mj-lt"/>
              <a:buAutoNum type="alphaLcParenR"/>
              <a:defRPr lang="fr-FR" sz="2000">
                <a:solidFill>
                  <a:schemeClr val="bg1"/>
                </a:solidFill>
                <a:latin typeface="+mn-lt"/>
              </a:defRPr>
            </a:lvl4pPr>
            <a:lvl5pPr marL="2560320" indent="-514350">
              <a:spcBef>
                <a:spcPts val="1000"/>
              </a:spcBef>
              <a:buFont typeface="+mj-lt"/>
              <a:buAutoNum type="romanLcPeriod"/>
              <a:defRPr lang="fr-FR" sz="2000">
                <a:solidFill>
                  <a:schemeClr val="bg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9" name="Espace réservé du contenu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rtlCol="0">
            <a:normAutofit/>
          </a:bodyPr>
          <a:lstStyle>
            <a:lvl1pPr marL="0" indent="0">
              <a:spcBef>
                <a:spcPts val="1000"/>
              </a:spcBef>
              <a:buFont typeface="Arial" panose="020B0604020202020204" pitchFamily="34" charset="0"/>
              <a:buNone/>
              <a:defRPr lang="fr-FR" sz="2000">
                <a:solidFill>
                  <a:schemeClr val="bg1"/>
                </a:solidFill>
                <a:latin typeface="+mn-lt"/>
              </a:defRPr>
            </a:lvl1pPr>
            <a:lvl2pPr marL="283464" indent="-283464">
              <a:spcBef>
                <a:spcPts val="1000"/>
              </a:spcBef>
              <a:buFont typeface="Arial" panose="020B0604020202020204" pitchFamily="34" charset="0"/>
              <a:buChar char="•"/>
              <a:defRPr lang="fr-FR" sz="2000">
                <a:solidFill>
                  <a:schemeClr val="bg1"/>
                </a:solidFill>
                <a:latin typeface="+mn-lt"/>
              </a:defRPr>
            </a:lvl2pPr>
            <a:lvl3pPr marL="566928" indent="-283464">
              <a:spcBef>
                <a:spcPts val="1000"/>
              </a:spcBef>
              <a:buFont typeface="Arial" panose="020B0604020202020204" pitchFamily="34" charset="0"/>
              <a:buChar char="•"/>
              <a:defRPr lang="fr-FR" sz="2000">
                <a:solidFill>
                  <a:schemeClr val="bg1"/>
                </a:solidFill>
                <a:latin typeface="+mn-lt"/>
              </a:defRPr>
            </a:lvl3pPr>
            <a:lvl4pPr marL="850392" indent="-283464">
              <a:spcBef>
                <a:spcPts val="1000"/>
              </a:spcBef>
              <a:buFont typeface="Arial" panose="020B0604020202020204" pitchFamily="34" charset="0"/>
              <a:buChar char="•"/>
              <a:defRPr lang="fr-FR" sz="2000">
                <a:solidFill>
                  <a:schemeClr val="bg1"/>
                </a:solidFill>
                <a:latin typeface="+mn-lt"/>
              </a:defRPr>
            </a:lvl4pPr>
            <a:lvl5pPr marL="1133856" indent="-283464">
              <a:spcBef>
                <a:spcPts val="1000"/>
              </a:spcBef>
              <a:buFont typeface="Arial" panose="020B0604020202020204" pitchFamily="34" charset="0"/>
              <a:buChar char="•"/>
              <a:defRPr lang="fr-FR" sz="2000">
                <a:solidFill>
                  <a:schemeClr val="bg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2"/>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Graphique ">
    <p:bg>
      <p:bgPr>
        <a:solidFill>
          <a:schemeClr val="accent2"/>
        </a:solidFill>
        <a:effectLst/>
      </p:bgPr>
    </p:bg>
    <p:spTree>
      <p:nvGrpSpPr>
        <p:cNvPr id="1" name=""/>
        <p:cNvGrpSpPr/>
        <p:nvPr/>
      </p:nvGrpSpPr>
      <p:grpSpPr>
        <a:xfrm>
          <a:off x="0" y="0"/>
          <a:ext cx="0" cy="0"/>
          <a:chOff x="0" y="0"/>
          <a:chExt cx="0" cy="0"/>
        </a:xfrm>
      </p:grpSpPr>
      <p:grpSp>
        <p:nvGrpSpPr>
          <p:cNvPr id="9" name="Groupe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orme libre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4" name="Forme libre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rtlCol="0" anchor="b">
            <a:noAutofit/>
          </a:bodyPr>
          <a:lstStyle>
            <a:lvl1pPr>
              <a:defRPr lang="fr-FR" sz="4200" b="1">
                <a:latin typeface="+mj-lt"/>
              </a:defRPr>
            </a:lvl1pPr>
          </a:lstStyle>
          <a:p>
            <a:pPr rtl="0"/>
            <a:r>
              <a:rPr lang="fr-FR"/>
              <a:t>Cliquez pour ajouter un titre</a:t>
            </a:r>
          </a:p>
        </p:txBody>
      </p:sp>
      <p:sp>
        <p:nvSpPr>
          <p:cNvPr id="3" name="Espace réservé du contenu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rtlCol="0">
            <a:noAutofit/>
          </a:bodyPr>
          <a:lstStyle>
            <a:lvl1pPr marL="0" indent="0">
              <a:buNone/>
              <a:defRPr lang="fr-FR">
                <a:latin typeface="+mn-lt"/>
              </a:defRPr>
            </a:lvl1pPr>
            <a:lvl2pPr marL="457200" indent="0">
              <a:buNone/>
              <a:defRPr lang="fr-FR">
                <a:latin typeface="+mn-lt"/>
              </a:defRPr>
            </a:lvl2pPr>
            <a:lvl3pPr marL="914400" indent="0">
              <a:buNone/>
              <a:defRPr lang="fr-FR">
                <a:latin typeface="+mn-lt"/>
              </a:defRPr>
            </a:lvl3pPr>
            <a:lvl4pPr marL="1371600" indent="0">
              <a:buNone/>
              <a:defRPr lang="fr-FR">
                <a:latin typeface="+mn-lt"/>
              </a:defRPr>
            </a:lvl4pPr>
            <a:lvl5pPr marL="1828800" indent="0">
              <a:buNone/>
              <a:defRPr lang="fr-FR">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3"/>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3190945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Diapositive de fin">
    <p:spTree>
      <p:nvGrpSpPr>
        <p:cNvPr id="1" name=""/>
        <p:cNvGrpSpPr/>
        <p:nvPr/>
      </p:nvGrpSpPr>
      <p:grpSpPr>
        <a:xfrm>
          <a:off x="0" y="0"/>
          <a:ext cx="0" cy="0"/>
          <a:chOff x="0" y="0"/>
          <a:chExt cx="0" cy="0"/>
        </a:xfrm>
      </p:grpSpPr>
      <p:grpSp>
        <p:nvGrpSpPr>
          <p:cNvPr id="5" name="Groupe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grpSp>
          <p:nvGrpSpPr>
            <p:cNvPr id="6" name="Groupe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orme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6" name="Forme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2" name="Forme libre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7" name="Forme libre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rtlCol="0" anchor="b">
            <a:noAutofit/>
          </a:bodyPr>
          <a:lstStyle>
            <a:lvl1pPr algn="l">
              <a:defRPr lang="fr-FR" sz="6000" b="1">
                <a:latin typeface="+mj-lt"/>
              </a:defRPr>
            </a:lvl1pPr>
          </a:lstStyle>
          <a:p>
            <a:pPr rtl="0"/>
            <a:r>
              <a:rPr lang="fr-FR"/>
              <a:t>Cliquez pour ajouter un titre</a:t>
            </a:r>
          </a:p>
        </p:txBody>
      </p:sp>
      <p:sp>
        <p:nvSpPr>
          <p:cNvPr id="3" name="Sous-titr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rtlCol="0" anchor="t" anchorCtr="0">
            <a:normAutofit/>
          </a:bodyPr>
          <a:lstStyle>
            <a:lvl1pPr marL="0" indent="0" algn="l">
              <a:buNone/>
              <a:defRPr lang="fr-FR" sz="2800">
                <a:latin typeface="+mn-lt"/>
              </a:defRPr>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lvl="0" rtl="0"/>
            <a:r>
              <a:rPr lang="fr-FR"/>
              <a:t>Cliquer pour ajouter du texte</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defPPr>
              <a:defRPr lang="fr-FR"/>
            </a:defPPr>
          </a:lstStyle>
          <a:p>
            <a:pPr rtl="0"/>
            <a:r>
              <a:rPr lang="fr-FR"/>
              <a:t>Modifiez le style du titre</a:t>
            </a:r>
          </a:p>
        </p:txBody>
      </p:sp>
      <p:sp>
        <p:nvSpPr>
          <p:cNvPr id="3" name="Espace réservé du texte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defPPr>
              <a:defRPr lang="fr-FR"/>
            </a:defPPr>
          </a:lstStyle>
          <a:p>
            <a:pPr lvl="0" rtl="0"/>
            <a:r>
              <a:rPr lang="fr-FR"/>
              <a:t>Modifiez les styles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 name="Espace réservé de la date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tx2"/>
                </a:solidFill>
                <a:latin typeface="+mn-lt"/>
              </a:defRPr>
            </a:lvl1pPr>
          </a:lstStyle>
          <a:p>
            <a:pPr rtl="0"/>
            <a:r>
              <a:rPr lang="fr-FR"/>
              <a:t>08/09/20XX</a:t>
            </a:r>
          </a:p>
        </p:txBody>
      </p:sp>
      <p:sp>
        <p:nvSpPr>
          <p:cNvPr id="5" name="Espace réservé du pied de page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tx2"/>
                </a:solidFill>
                <a:latin typeface="+mn-lt"/>
              </a:defRPr>
            </a:lvl1pPr>
          </a:lstStyle>
          <a:p>
            <a:pPr rtl="0"/>
            <a:endParaRPr lang="fr-FR" dirty="0"/>
          </a:p>
        </p:txBody>
      </p:sp>
      <p:sp>
        <p:nvSpPr>
          <p:cNvPr id="6" name="Espace réservé du numéro de diapositive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lang="fr-FR" sz="1200">
                <a:solidFill>
                  <a:schemeClr val="tx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61" r:id="rId9"/>
    <p:sldLayoutId id="2147483666" r:id="rId10"/>
  </p:sldLayoutIdLst>
  <p:hf sldNum="0" hdr="0" ftr="0" dt="0"/>
  <p:txStyles>
    <p:titleStyle>
      <a:lvl1pPr algn="l" defTabSz="914400" rtl="0" eaLnBrk="1" latinLnBrk="0" hangingPunct="1">
        <a:lnSpc>
          <a:spcPct val="80000"/>
        </a:lnSpc>
        <a:spcBef>
          <a:spcPct val="0"/>
        </a:spcBef>
        <a:buNone/>
        <a:defRPr lang="fr-F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fr-F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fr-F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fr-F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9pPr>
    </p:bodyStyle>
    <p:otherStyle>
      <a:defPPr>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DF3D98-3C30-4CFC-8643-C81E829C8C25}"/>
              </a:ext>
            </a:extLst>
          </p:cNvPr>
          <p:cNvSpPr>
            <a:spLocks noGrp="1"/>
          </p:cNvSpPr>
          <p:nvPr>
            <p:ph type="ctrTitle"/>
          </p:nvPr>
        </p:nvSpPr>
        <p:spPr>
          <a:xfrm>
            <a:off x="497941" y="232913"/>
            <a:ext cx="7766485" cy="3830130"/>
          </a:xfrm>
        </p:spPr>
        <p:txBody>
          <a:bodyPr rtlCol="0"/>
          <a:lstStyle>
            <a:defPPr>
              <a:defRPr lang="fr-FR"/>
            </a:defPPr>
          </a:lstStyle>
          <a:p>
            <a:pPr rtl="0"/>
            <a:r>
              <a:rPr lang="fr-FR" dirty="0"/>
              <a:t>TP– Synthèse Informer les utilisateurs</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9E7668C2-D286-0BFD-F233-A7274E20EBC4}"/>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3" name="ZoneTexte 2">
            <a:extLst>
              <a:ext uri="{FF2B5EF4-FFF2-40B4-BE49-F238E27FC236}">
                <a16:creationId xmlns:a16="http://schemas.microsoft.com/office/drawing/2014/main" id="{87C2318A-6159-9B84-8432-94CA2F9584F3}"/>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148DD4-4828-CE87-0C5C-42BE175E8DA5}"/>
              </a:ext>
            </a:extLst>
          </p:cNvPr>
          <p:cNvSpPr>
            <a:spLocks noGrp="1"/>
          </p:cNvSpPr>
          <p:nvPr>
            <p:ph type="title"/>
          </p:nvPr>
        </p:nvSpPr>
        <p:spPr>
          <a:xfrm>
            <a:off x="1167492" y="1371600"/>
            <a:ext cx="6015946" cy="5137842"/>
          </a:xfrm>
        </p:spPr>
        <p:txBody>
          <a:bodyPr rtlCol="0"/>
          <a:lstStyle>
            <a:defPPr>
              <a:defRPr lang="fr-FR"/>
            </a:defPPr>
          </a:lstStyle>
          <a:p>
            <a:br>
              <a:rPr lang="fr-FR" sz="2400" dirty="0"/>
            </a:br>
            <a:endParaRPr lang="fr-FR" sz="5700" dirty="0"/>
          </a:p>
        </p:txBody>
      </p:sp>
      <p:pic>
        <p:nvPicPr>
          <p:cNvPr id="3" name="Image 2" descr="Une image contenant capture d’écran, Graphique, Police, symbole&#10;&#10;Description générée automatiquement">
            <a:extLst>
              <a:ext uri="{FF2B5EF4-FFF2-40B4-BE49-F238E27FC236}">
                <a16:creationId xmlns:a16="http://schemas.microsoft.com/office/drawing/2014/main" id="{88251638-2B5C-7A01-BB5E-26110F0F9882}"/>
              </a:ext>
            </a:extLst>
          </p:cNvPr>
          <p:cNvPicPr>
            <a:picLocks noChangeAspect="1"/>
          </p:cNvPicPr>
          <p:nvPr/>
        </p:nvPicPr>
        <p:blipFill>
          <a:blip r:embed="rId3"/>
          <a:srcRect l="13400" t="31000" r="13400" b="31200"/>
          <a:stretch/>
        </p:blipFill>
        <p:spPr>
          <a:xfrm>
            <a:off x="133350" y="6286578"/>
            <a:ext cx="866775" cy="447597"/>
          </a:xfrm>
          <a:prstGeom prst="rect">
            <a:avLst/>
          </a:prstGeom>
        </p:spPr>
      </p:pic>
      <p:pic>
        <p:nvPicPr>
          <p:cNvPr id="7" name="Espace réservé pour une image  6" descr="Une image contenant circuit, Ingénierie électronique, Appareils électroniques, Composant électronique&#10;&#10;Description générée automatiquement">
            <a:extLst>
              <a:ext uri="{FF2B5EF4-FFF2-40B4-BE49-F238E27FC236}">
                <a16:creationId xmlns:a16="http://schemas.microsoft.com/office/drawing/2014/main" id="{8B2E06FA-7803-C6A5-6B21-C482719539A7}"/>
              </a:ext>
            </a:extLst>
          </p:cNvPr>
          <p:cNvPicPr>
            <a:picLocks noGrp="1" noChangeAspect="1"/>
          </p:cNvPicPr>
          <p:nvPr>
            <p:ph type="pic" sz="quarter" idx="10"/>
          </p:nvPr>
        </p:nvPicPr>
        <p:blipFill>
          <a:blip r:embed="rId4"/>
          <a:srcRect l="228" r="228"/>
          <a:stretch>
            <a:fillRect/>
          </a:stretch>
        </p:blipFill>
        <p:spPr/>
      </p:pic>
      <p:sp>
        <p:nvSpPr>
          <p:cNvPr id="4" name="ZoneTexte 3">
            <a:extLst>
              <a:ext uri="{FF2B5EF4-FFF2-40B4-BE49-F238E27FC236}">
                <a16:creationId xmlns:a16="http://schemas.microsoft.com/office/drawing/2014/main" id="{3DDA900E-6060-E779-6CD0-78F33D58D24A}"/>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
        <p:nvSpPr>
          <p:cNvPr id="5" name="ZoneTexte 4">
            <a:extLst>
              <a:ext uri="{FF2B5EF4-FFF2-40B4-BE49-F238E27FC236}">
                <a16:creationId xmlns:a16="http://schemas.microsoft.com/office/drawing/2014/main" id="{2235B379-4210-8A35-683B-9C9D38FF93E3}"/>
              </a:ext>
            </a:extLst>
          </p:cNvPr>
          <p:cNvSpPr txBox="1"/>
          <p:nvPr/>
        </p:nvSpPr>
        <p:spPr>
          <a:xfrm>
            <a:off x="1167492" y="2688880"/>
            <a:ext cx="5142368" cy="923330"/>
          </a:xfrm>
          <a:prstGeom prst="rect">
            <a:avLst/>
          </a:prstGeom>
          <a:noFill/>
        </p:spPr>
        <p:txBody>
          <a:bodyPr wrap="square" rtlCol="0">
            <a:spAutoFit/>
          </a:bodyPr>
          <a:lstStyle/>
          <a:p>
            <a:r>
              <a:rPr lang="fr-FR" sz="5400" b="1" dirty="0"/>
              <a:t>Le Cybercafé</a:t>
            </a:r>
          </a:p>
        </p:txBody>
      </p:sp>
    </p:spTree>
    <p:extLst>
      <p:ext uri="{BB962C8B-B14F-4D97-AF65-F5344CB8AC3E}">
        <p14:creationId xmlns:p14="http://schemas.microsoft.com/office/powerpoint/2010/main" val="3662677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rtlCol="0"/>
          <a:lstStyle>
            <a:defPPr>
              <a:defRPr lang="fr-FR"/>
            </a:defPPr>
          </a:lstStyle>
          <a:p>
            <a:pPr rtl="0"/>
            <a:r>
              <a:rPr lang="fr-FR" dirty="0"/>
              <a:t>I. Cybercafé</a:t>
            </a:r>
          </a:p>
        </p:txBody>
      </p:sp>
      <p:sp>
        <p:nvSpPr>
          <p:cNvPr id="3" name="Espace réservé du contenu 2">
            <a:extLst>
              <a:ext uri="{FF2B5EF4-FFF2-40B4-BE49-F238E27FC236}">
                <a16:creationId xmlns:a16="http://schemas.microsoft.com/office/drawing/2014/main" id="{22788C46-D0BC-4307-AE55-7601A139E7CB}"/>
              </a:ext>
            </a:extLst>
          </p:cNvPr>
          <p:cNvSpPr>
            <a:spLocks noGrp="1"/>
          </p:cNvSpPr>
          <p:nvPr>
            <p:ph idx="1"/>
          </p:nvPr>
        </p:nvSpPr>
        <p:spPr>
          <a:xfrm>
            <a:off x="566737" y="2107286"/>
            <a:ext cx="10358625" cy="3366815"/>
          </a:xfrm>
        </p:spPr>
        <p:txBody>
          <a:bodyPr vert="horz" lIns="91440" tIns="45720" rIns="91440" bIns="45720" rtlCol="0" anchor="t">
            <a:normAutofit fontScale="77500" lnSpcReduction="20000"/>
          </a:bodyPr>
          <a:lstStyle>
            <a:defPPr>
              <a:defRPr lang="fr-FR"/>
            </a:defPPr>
          </a:lstStyle>
          <a:p>
            <a:pPr rtl="0"/>
            <a:endParaRPr lang="fr-FR" dirty="0"/>
          </a:p>
          <a:p>
            <a:pPr rtl="0"/>
            <a:r>
              <a:rPr lang="fr-FR" b="1" dirty="0"/>
              <a:t>- Outil de filtrage recommandé : </a:t>
            </a:r>
            <a:r>
              <a:rPr lang="fr-FR" dirty="0"/>
              <a:t>Utilisation de </a:t>
            </a:r>
            <a:r>
              <a:rPr lang="fr-FR" dirty="0" err="1"/>
              <a:t>pfSense</a:t>
            </a:r>
            <a:r>
              <a:rPr lang="fr-FR" dirty="0"/>
              <a:t> pour sécuriser les connexions internet.</a:t>
            </a:r>
          </a:p>
          <a:p>
            <a:pPr rtl="0"/>
            <a:r>
              <a:rPr lang="fr-FR" b="1" dirty="0"/>
              <a:t>- Fonctionnement de l'outil : </a:t>
            </a:r>
            <a:r>
              <a:rPr lang="fr-FR" dirty="0"/>
              <a:t>Utilisation des listes de contrôle d'accès (ACL) pour bloquer les sites sensibles.</a:t>
            </a:r>
          </a:p>
          <a:p>
            <a:pPr rtl="0"/>
            <a:r>
              <a:rPr lang="fr-FR" b="1" dirty="0"/>
              <a:t>- Téléchargements illégaux et protection contre les malwares : </a:t>
            </a:r>
            <a:r>
              <a:rPr lang="fr-FR" dirty="0" err="1"/>
              <a:t>pfSense</a:t>
            </a:r>
            <a:r>
              <a:rPr lang="fr-FR" dirty="0"/>
              <a:t> peut bloquer les sites de téléchargement illégal et intégrer des outils IDS comme </a:t>
            </a:r>
            <a:r>
              <a:rPr lang="fr-FR" dirty="0" err="1"/>
              <a:t>Snort</a:t>
            </a:r>
            <a:r>
              <a:rPr lang="fr-FR" dirty="0"/>
              <a:t>.</a:t>
            </a:r>
          </a:p>
          <a:p>
            <a:pPr rtl="0"/>
            <a:r>
              <a:rPr lang="fr-FR" b="1" dirty="0"/>
              <a:t>- Contrôle des supports USB : </a:t>
            </a:r>
            <a:r>
              <a:rPr lang="fr-FR" dirty="0"/>
              <a:t>Utilisation de logiciels comme USB Block ou Endpoint </a:t>
            </a:r>
            <a:r>
              <a:rPr lang="fr-FR" dirty="0" err="1"/>
              <a:t>Protector</a:t>
            </a:r>
            <a:r>
              <a:rPr lang="fr-FR" dirty="0"/>
              <a:t>.</a:t>
            </a:r>
          </a:p>
          <a:p>
            <a:pPr rtl="0"/>
            <a:r>
              <a:rPr lang="fr-FR" b="1" dirty="0"/>
              <a:t>- Outil supplémentaire : </a:t>
            </a:r>
            <a:r>
              <a:rPr lang="fr-FR" dirty="0"/>
              <a:t>Logiciel antivirus/antimalware comme Windows Defender ou Bitdefender.</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E7DC60F7-87D8-3EED-8AFD-51EB526D62B1}"/>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5" name="ZoneTexte 4">
            <a:extLst>
              <a:ext uri="{FF2B5EF4-FFF2-40B4-BE49-F238E27FC236}">
                <a16:creationId xmlns:a16="http://schemas.microsoft.com/office/drawing/2014/main" id="{333DEBB8-41AE-65DB-6F38-E8F74BF7CA30}"/>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1325608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26BC9DE8-A5CC-4BE1-0DE5-CB15D01A7919}"/>
              </a:ext>
            </a:extLst>
          </p:cNvPr>
          <p:cNvSpPr>
            <a:spLocks noGrp="1"/>
          </p:cNvSpPr>
          <p:nvPr>
            <p:ph type="subTitle" idx="1"/>
          </p:nvPr>
        </p:nvSpPr>
        <p:spPr>
          <a:xfrm>
            <a:off x="1127761" y="2335795"/>
            <a:ext cx="9936478" cy="1828800"/>
          </a:xfrm>
        </p:spPr>
        <p:txBody>
          <a:bodyPr rtlCol="0"/>
          <a:lstStyle>
            <a:defPPr>
              <a:defRPr lang="fr-FR"/>
            </a:defPPr>
          </a:lstStyle>
          <a:p>
            <a:pPr rtl="0"/>
            <a:r>
              <a:rPr lang="fr-FR" sz="2400" dirty="0"/>
              <a:t>Utilisation de </a:t>
            </a:r>
            <a:r>
              <a:rPr lang="fr-FR" sz="2400" dirty="0" err="1"/>
              <a:t>pfSense</a:t>
            </a:r>
            <a:r>
              <a:rPr lang="fr-FR" sz="2400" dirty="0"/>
              <a:t> pour sécuriser les connexions internet, </a:t>
            </a:r>
            <a:r>
              <a:rPr lang="fr-FR" sz="2400" dirty="0" err="1"/>
              <a:t>pfSense</a:t>
            </a:r>
            <a:r>
              <a:rPr lang="fr-FR" sz="2400" dirty="0"/>
              <a:t> est un logiciel open-source qui agit comme un pare-feu pour protéger les réseaux informatiques. Il permet de filtrer et bloquer les connexions internet non souhaitées, comme les sites inappropriés</a:t>
            </a:r>
            <a:endParaRPr lang="fr-FR" sz="40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1CB49245-4868-031A-3DE9-D6AEE1FE5CEA}"/>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D44B3764-22AD-B491-B4A3-A16A54D364A5}"/>
              </a:ext>
            </a:extLst>
          </p:cNvPr>
          <p:cNvSpPr>
            <a:spLocks noGrp="1"/>
          </p:cNvSpPr>
          <p:nvPr>
            <p:ph type="title"/>
          </p:nvPr>
        </p:nvSpPr>
        <p:spPr>
          <a:xfrm>
            <a:off x="1000125" y="547735"/>
            <a:ext cx="9936478" cy="1000408"/>
          </a:xfrm>
        </p:spPr>
        <p:txBody>
          <a:bodyPr/>
          <a:lstStyle/>
          <a:p>
            <a:r>
              <a:rPr lang="fr-FR" sz="4800" dirty="0"/>
              <a:t>Outil de filtrage recommandé</a:t>
            </a:r>
          </a:p>
        </p:txBody>
      </p:sp>
      <p:sp>
        <p:nvSpPr>
          <p:cNvPr id="2" name="ZoneTexte 1">
            <a:extLst>
              <a:ext uri="{FF2B5EF4-FFF2-40B4-BE49-F238E27FC236}">
                <a16:creationId xmlns:a16="http://schemas.microsoft.com/office/drawing/2014/main" id="{AC4C89D1-1DA6-B9D8-B457-291BEC5B8AB0}"/>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5" name="Image 4">
            <a:extLst>
              <a:ext uri="{FF2B5EF4-FFF2-40B4-BE49-F238E27FC236}">
                <a16:creationId xmlns:a16="http://schemas.microsoft.com/office/drawing/2014/main" id="{416465E2-DBAA-7104-7608-C1D3F53D0EAE}"/>
              </a:ext>
            </a:extLst>
          </p:cNvPr>
          <p:cNvPicPr>
            <a:picLocks noChangeAspect="1"/>
          </p:cNvPicPr>
          <p:nvPr/>
        </p:nvPicPr>
        <p:blipFill>
          <a:blip r:embed="rId4"/>
          <a:srcRect r="14039" b="-9154"/>
          <a:stretch/>
        </p:blipFill>
        <p:spPr>
          <a:xfrm>
            <a:off x="3580268" y="4377150"/>
            <a:ext cx="3854467" cy="1150193"/>
          </a:xfrm>
          <a:prstGeom prst="rect">
            <a:avLst/>
          </a:prstGeom>
        </p:spPr>
      </p:pic>
    </p:spTree>
    <p:extLst>
      <p:ext uri="{BB962C8B-B14F-4D97-AF65-F5344CB8AC3E}">
        <p14:creationId xmlns:p14="http://schemas.microsoft.com/office/powerpoint/2010/main" val="779750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E8A91-6718-E7D1-D140-B381EC2B4A43}"/>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C79EF2C6-B4DE-A252-AAFC-75F676CB67ED}"/>
              </a:ext>
            </a:extLst>
          </p:cNvPr>
          <p:cNvSpPr>
            <a:spLocks noGrp="1"/>
          </p:cNvSpPr>
          <p:nvPr>
            <p:ph type="subTitle" idx="1"/>
          </p:nvPr>
        </p:nvSpPr>
        <p:spPr>
          <a:xfrm>
            <a:off x="1007501" y="2132494"/>
            <a:ext cx="9936478" cy="1828800"/>
          </a:xfrm>
        </p:spPr>
        <p:txBody>
          <a:bodyPr rtlCol="0"/>
          <a:lstStyle>
            <a:defPPr>
              <a:defRPr lang="fr-FR"/>
            </a:defPPr>
          </a:lstStyle>
          <a:p>
            <a:pPr rtl="0"/>
            <a:r>
              <a:rPr lang="fr-FR" sz="2400" dirty="0"/>
              <a:t>Utilisation des listes de contrôle d'accès (ACL) pour bloquer les sites </a:t>
            </a:r>
            <a:r>
              <a:rPr lang="fr-FR" sz="2400" dirty="0" err="1"/>
              <a:t>sensibles.Les</a:t>
            </a:r>
            <a:r>
              <a:rPr lang="fr-FR" sz="2400" dirty="0"/>
              <a:t> listes ACL (Listes de Contrôle d'Accès) sont des règles utilisées pour déterminer quelles connexions réseau sont autorisées ou bloquées. Elles permettent de contrôler l'accès à des sites ou services spécifiques en fonction de critères définis, comme les adresses IP</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805BF063-6897-1400-743F-75DF170860F4}"/>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533FE6CD-8AF2-BDAC-2446-827FA6902B3C}"/>
              </a:ext>
            </a:extLst>
          </p:cNvPr>
          <p:cNvSpPr>
            <a:spLocks noGrp="1"/>
          </p:cNvSpPr>
          <p:nvPr>
            <p:ph type="title"/>
          </p:nvPr>
        </p:nvSpPr>
        <p:spPr>
          <a:xfrm>
            <a:off x="887240" y="457200"/>
            <a:ext cx="10177000" cy="1000408"/>
          </a:xfrm>
        </p:spPr>
        <p:txBody>
          <a:bodyPr/>
          <a:lstStyle/>
          <a:p>
            <a:r>
              <a:rPr lang="fr-FR" sz="4800" b="1" dirty="0"/>
              <a:t>Fonctionnement de l'outil</a:t>
            </a:r>
            <a:r>
              <a:rPr lang="fr-FR" sz="4800" dirty="0"/>
              <a:t> :</a:t>
            </a:r>
            <a:endParaRPr lang="fr-FR" sz="16600" dirty="0"/>
          </a:p>
        </p:txBody>
      </p:sp>
      <p:sp>
        <p:nvSpPr>
          <p:cNvPr id="2" name="ZoneTexte 1">
            <a:extLst>
              <a:ext uri="{FF2B5EF4-FFF2-40B4-BE49-F238E27FC236}">
                <a16:creationId xmlns:a16="http://schemas.microsoft.com/office/drawing/2014/main" id="{13CDD85A-DE39-9B31-A4AA-0DF769840086}"/>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1461185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5AB22-E218-3550-0A83-BAF4591BE47D}"/>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A72C323D-8C29-84EF-69BA-BC4297027825}"/>
              </a:ext>
            </a:extLst>
          </p:cNvPr>
          <p:cNvSpPr>
            <a:spLocks noGrp="1"/>
          </p:cNvSpPr>
          <p:nvPr>
            <p:ph type="subTitle" idx="1"/>
          </p:nvPr>
        </p:nvSpPr>
        <p:spPr>
          <a:xfrm>
            <a:off x="1007500" y="2292263"/>
            <a:ext cx="9936478" cy="1828800"/>
          </a:xfrm>
        </p:spPr>
        <p:txBody>
          <a:bodyPr rtlCol="0"/>
          <a:lstStyle>
            <a:defPPr>
              <a:defRPr lang="fr-FR"/>
            </a:defPPr>
          </a:lstStyle>
          <a:p>
            <a:pPr rtl="0"/>
            <a:r>
              <a:rPr lang="fr-FR" sz="2400" dirty="0" err="1"/>
              <a:t>pfSense</a:t>
            </a:r>
            <a:r>
              <a:rPr lang="fr-FR" sz="2400" dirty="0"/>
              <a:t> peut bloquer les sites de téléchargement illégal et intégrer des outils IDS comme </a:t>
            </a:r>
            <a:r>
              <a:rPr lang="fr-FR" sz="2400" dirty="0" err="1"/>
              <a:t>Snort</a:t>
            </a:r>
            <a:r>
              <a:rPr lang="fr-FR" sz="2400" dirty="0"/>
              <a:t>.</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BD4BFF5D-57C6-7154-C222-24C958F7D987}"/>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D26CC6C2-2006-30AF-C426-6D0246B91D67}"/>
              </a:ext>
            </a:extLst>
          </p:cNvPr>
          <p:cNvSpPr>
            <a:spLocks noGrp="1"/>
          </p:cNvSpPr>
          <p:nvPr>
            <p:ph type="title"/>
          </p:nvPr>
        </p:nvSpPr>
        <p:spPr>
          <a:xfrm>
            <a:off x="887239" y="908992"/>
            <a:ext cx="10177000" cy="1000408"/>
          </a:xfrm>
        </p:spPr>
        <p:txBody>
          <a:bodyPr/>
          <a:lstStyle/>
          <a:p>
            <a:r>
              <a:rPr lang="fr-FR" sz="4400" dirty="0"/>
              <a:t>Téléchargements illégaux et protection contre les malwares :</a:t>
            </a:r>
          </a:p>
        </p:txBody>
      </p:sp>
      <p:sp>
        <p:nvSpPr>
          <p:cNvPr id="2" name="ZoneTexte 1">
            <a:extLst>
              <a:ext uri="{FF2B5EF4-FFF2-40B4-BE49-F238E27FC236}">
                <a16:creationId xmlns:a16="http://schemas.microsoft.com/office/drawing/2014/main" id="{0450DCFE-7A96-6F26-AFA3-C6E3EE530FEF}"/>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5" name="Image 4">
            <a:extLst>
              <a:ext uri="{FF2B5EF4-FFF2-40B4-BE49-F238E27FC236}">
                <a16:creationId xmlns:a16="http://schemas.microsoft.com/office/drawing/2014/main" id="{2AFB84EB-8E4E-F2E9-54ED-CB8E89F28F8F}"/>
              </a:ext>
            </a:extLst>
          </p:cNvPr>
          <p:cNvPicPr>
            <a:picLocks noChangeAspect="1"/>
          </p:cNvPicPr>
          <p:nvPr/>
        </p:nvPicPr>
        <p:blipFill>
          <a:blip r:embed="rId4"/>
          <a:stretch>
            <a:fillRect/>
          </a:stretch>
        </p:blipFill>
        <p:spPr>
          <a:xfrm>
            <a:off x="4382264" y="2695191"/>
            <a:ext cx="2953221" cy="1638008"/>
          </a:xfrm>
          <a:prstGeom prst="rect">
            <a:avLst/>
          </a:prstGeom>
        </p:spPr>
      </p:pic>
      <p:sp>
        <p:nvSpPr>
          <p:cNvPr id="6" name="ZoneTexte 5">
            <a:extLst>
              <a:ext uri="{FF2B5EF4-FFF2-40B4-BE49-F238E27FC236}">
                <a16:creationId xmlns:a16="http://schemas.microsoft.com/office/drawing/2014/main" id="{4E6460CF-32B1-32E0-9237-E55F3D1E8C4A}"/>
              </a:ext>
            </a:extLst>
          </p:cNvPr>
          <p:cNvSpPr txBox="1"/>
          <p:nvPr/>
        </p:nvSpPr>
        <p:spPr>
          <a:xfrm>
            <a:off x="1007500" y="4333199"/>
            <a:ext cx="9702750" cy="1569660"/>
          </a:xfrm>
          <a:prstGeom prst="rect">
            <a:avLst/>
          </a:prstGeom>
          <a:noFill/>
        </p:spPr>
        <p:txBody>
          <a:bodyPr wrap="square" rtlCol="0">
            <a:spAutoFit/>
          </a:bodyPr>
          <a:lstStyle/>
          <a:p>
            <a:r>
              <a:rPr lang="fr-FR" sz="2400" dirty="0"/>
              <a:t>un IDS (Système de Détection d'Intrusion) est un outil qui surveille le trafic réseau à la recherche d'activités suspectes ou malveillantes. Il alerte l'administrateur réseau lorsqu'il détecte des menaces potentielles, aidant ainsi à prévenir les attaques informatiques</a:t>
            </a:r>
          </a:p>
        </p:txBody>
      </p:sp>
    </p:spTree>
    <p:extLst>
      <p:ext uri="{BB962C8B-B14F-4D97-AF65-F5344CB8AC3E}">
        <p14:creationId xmlns:p14="http://schemas.microsoft.com/office/powerpoint/2010/main" val="2552218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07E1D-7938-25F4-9375-DAB6CC7931D9}"/>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1DA1BE64-3BFA-3D9A-71AF-E6C62C987FEC}"/>
              </a:ext>
            </a:extLst>
          </p:cNvPr>
          <p:cNvSpPr>
            <a:spLocks noGrp="1"/>
          </p:cNvSpPr>
          <p:nvPr>
            <p:ph type="subTitle" idx="1"/>
          </p:nvPr>
        </p:nvSpPr>
        <p:spPr>
          <a:xfrm>
            <a:off x="1127761" y="2335795"/>
            <a:ext cx="9936478" cy="1828800"/>
          </a:xfrm>
        </p:spPr>
        <p:txBody>
          <a:bodyPr rtlCol="0"/>
          <a:lstStyle>
            <a:defPPr>
              <a:defRPr lang="fr-FR"/>
            </a:defPPr>
          </a:lstStyle>
          <a:p>
            <a:pPr rtl="0"/>
            <a:r>
              <a:rPr lang="fr-FR" sz="2400" dirty="0"/>
              <a:t>USB Block est un logiciel qui empêche les périphériques USB non autorisés de se connecter à un ordinateur. Il bloque ainsi les transferts de données non sécurisés ou potentiellement dangereux</a:t>
            </a:r>
            <a:endParaRPr lang="fr-FR" sz="40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A8F70213-E7F1-9920-B0F0-F3CAF1802DE7}"/>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90D989FB-195C-B190-FE93-B3BAF22F9E8A}"/>
              </a:ext>
            </a:extLst>
          </p:cNvPr>
          <p:cNvSpPr>
            <a:spLocks noGrp="1"/>
          </p:cNvSpPr>
          <p:nvPr>
            <p:ph type="title"/>
          </p:nvPr>
        </p:nvSpPr>
        <p:spPr>
          <a:xfrm>
            <a:off x="887240" y="457200"/>
            <a:ext cx="10177000" cy="1000408"/>
          </a:xfrm>
        </p:spPr>
        <p:txBody>
          <a:bodyPr/>
          <a:lstStyle/>
          <a:p>
            <a:r>
              <a:rPr lang="fr-FR" sz="4800" b="1" dirty="0"/>
              <a:t>Contrôle des supports USB</a:t>
            </a:r>
            <a:r>
              <a:rPr lang="fr-FR" sz="4800" dirty="0"/>
              <a:t> :</a:t>
            </a:r>
            <a:endParaRPr lang="fr-FR" sz="3200" dirty="0"/>
          </a:p>
        </p:txBody>
      </p:sp>
      <p:sp>
        <p:nvSpPr>
          <p:cNvPr id="2" name="ZoneTexte 1">
            <a:extLst>
              <a:ext uri="{FF2B5EF4-FFF2-40B4-BE49-F238E27FC236}">
                <a16:creationId xmlns:a16="http://schemas.microsoft.com/office/drawing/2014/main" id="{0EA9505A-EC9B-DF84-A274-4714F35945D2}"/>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5" name="Image 4">
            <a:extLst>
              <a:ext uri="{FF2B5EF4-FFF2-40B4-BE49-F238E27FC236}">
                <a16:creationId xmlns:a16="http://schemas.microsoft.com/office/drawing/2014/main" id="{A7582228-FF1A-2EC8-8FE9-6FFB020D0E41}"/>
              </a:ext>
            </a:extLst>
          </p:cNvPr>
          <p:cNvPicPr>
            <a:picLocks noChangeAspect="1"/>
          </p:cNvPicPr>
          <p:nvPr/>
        </p:nvPicPr>
        <p:blipFill>
          <a:blip r:embed="rId4"/>
          <a:stretch>
            <a:fillRect/>
          </a:stretch>
        </p:blipFill>
        <p:spPr>
          <a:xfrm>
            <a:off x="3407873" y="4164595"/>
            <a:ext cx="1408569" cy="1408569"/>
          </a:xfrm>
          <a:prstGeom prst="rect">
            <a:avLst/>
          </a:prstGeom>
        </p:spPr>
      </p:pic>
      <p:pic>
        <p:nvPicPr>
          <p:cNvPr id="6" name="Image 5">
            <a:extLst>
              <a:ext uri="{FF2B5EF4-FFF2-40B4-BE49-F238E27FC236}">
                <a16:creationId xmlns:a16="http://schemas.microsoft.com/office/drawing/2014/main" id="{EA12F5B3-396D-B1C4-AAB3-AAF174A50E35}"/>
              </a:ext>
            </a:extLst>
          </p:cNvPr>
          <p:cNvPicPr>
            <a:picLocks noChangeAspect="1"/>
          </p:cNvPicPr>
          <p:nvPr/>
        </p:nvPicPr>
        <p:blipFill>
          <a:blip r:embed="rId5"/>
          <a:stretch>
            <a:fillRect/>
          </a:stretch>
        </p:blipFill>
        <p:spPr>
          <a:xfrm>
            <a:off x="5975740" y="4098109"/>
            <a:ext cx="1541541" cy="1541541"/>
          </a:xfrm>
          <a:prstGeom prst="rect">
            <a:avLst/>
          </a:prstGeom>
        </p:spPr>
      </p:pic>
    </p:spTree>
    <p:extLst>
      <p:ext uri="{BB962C8B-B14F-4D97-AF65-F5344CB8AC3E}">
        <p14:creationId xmlns:p14="http://schemas.microsoft.com/office/powerpoint/2010/main" val="1895765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6F191-5886-5F0D-2F3B-DD95187D5D27}"/>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CD67BC79-7AC7-EA1F-25D9-0AA219844A05}"/>
              </a:ext>
            </a:extLst>
          </p:cNvPr>
          <p:cNvSpPr>
            <a:spLocks noGrp="1"/>
          </p:cNvSpPr>
          <p:nvPr>
            <p:ph type="subTitle" idx="1"/>
          </p:nvPr>
        </p:nvSpPr>
        <p:spPr>
          <a:xfrm>
            <a:off x="1127762" y="2335794"/>
            <a:ext cx="9936478" cy="1828800"/>
          </a:xfrm>
        </p:spPr>
        <p:txBody>
          <a:bodyPr rtlCol="0"/>
          <a:lstStyle>
            <a:defPPr>
              <a:defRPr lang="fr-FR"/>
            </a:defPPr>
          </a:lstStyle>
          <a:p>
            <a:pPr rtl="0"/>
            <a:r>
              <a:rPr lang="fr-FR" sz="2400" dirty="0"/>
              <a:t>Logiciel antivirus/antimalware comme Windows Defender ou Bitdefender sont des logiciels antivirus qui protègent contre les virus et les malwares. Ils détectent, bloquent et suppriment les menaces. Ils assurent ainsi la sécurité des ordinateurs.</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8E023C09-5E09-F691-8CA9-C5CF8EB16951}"/>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89E273AC-032C-F563-231F-365C1FFD691A}"/>
              </a:ext>
            </a:extLst>
          </p:cNvPr>
          <p:cNvSpPr>
            <a:spLocks noGrp="1"/>
          </p:cNvSpPr>
          <p:nvPr>
            <p:ph type="title"/>
          </p:nvPr>
        </p:nvSpPr>
        <p:spPr>
          <a:xfrm>
            <a:off x="887240" y="457200"/>
            <a:ext cx="10177000" cy="1000408"/>
          </a:xfrm>
        </p:spPr>
        <p:txBody>
          <a:bodyPr/>
          <a:lstStyle/>
          <a:p>
            <a:r>
              <a:rPr lang="fr-FR" sz="4800" b="1" dirty="0"/>
              <a:t>Outil supplémentaire</a:t>
            </a:r>
            <a:r>
              <a:rPr lang="fr-FR" sz="4800" dirty="0"/>
              <a:t> :</a:t>
            </a:r>
            <a:endParaRPr lang="fr-FR" sz="16600" dirty="0"/>
          </a:p>
        </p:txBody>
      </p:sp>
      <p:sp>
        <p:nvSpPr>
          <p:cNvPr id="2" name="ZoneTexte 1">
            <a:extLst>
              <a:ext uri="{FF2B5EF4-FFF2-40B4-BE49-F238E27FC236}">
                <a16:creationId xmlns:a16="http://schemas.microsoft.com/office/drawing/2014/main" id="{261A703C-4F4B-EE48-4DDD-0553A5DB911E}"/>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5" name="Image 4">
            <a:extLst>
              <a:ext uri="{FF2B5EF4-FFF2-40B4-BE49-F238E27FC236}">
                <a16:creationId xmlns:a16="http://schemas.microsoft.com/office/drawing/2014/main" id="{66636B11-2394-5803-F6A2-5C276802CD66}"/>
              </a:ext>
            </a:extLst>
          </p:cNvPr>
          <p:cNvPicPr>
            <a:picLocks noChangeAspect="1"/>
          </p:cNvPicPr>
          <p:nvPr/>
        </p:nvPicPr>
        <p:blipFill>
          <a:blip r:embed="rId4"/>
          <a:srcRect l="25604" t="56886" r="23639" b="11360"/>
          <a:stretch/>
        </p:blipFill>
        <p:spPr>
          <a:xfrm>
            <a:off x="4055952" y="4028216"/>
            <a:ext cx="3326815" cy="1856535"/>
          </a:xfrm>
          <a:prstGeom prst="rect">
            <a:avLst/>
          </a:prstGeom>
        </p:spPr>
      </p:pic>
    </p:spTree>
    <p:extLst>
      <p:ext uri="{BB962C8B-B14F-4D97-AF65-F5344CB8AC3E}">
        <p14:creationId xmlns:p14="http://schemas.microsoft.com/office/powerpoint/2010/main" val="624935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96A50-CE56-468F-FA71-2FFA197C286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8D7432A-33D3-BE69-002A-1E51A356B076}"/>
              </a:ext>
            </a:extLst>
          </p:cNvPr>
          <p:cNvSpPr>
            <a:spLocks noGrp="1"/>
          </p:cNvSpPr>
          <p:nvPr>
            <p:ph type="title"/>
          </p:nvPr>
        </p:nvSpPr>
        <p:spPr>
          <a:xfrm>
            <a:off x="1167492" y="1371600"/>
            <a:ext cx="6015946" cy="5137842"/>
          </a:xfrm>
        </p:spPr>
        <p:txBody>
          <a:bodyPr rtlCol="0"/>
          <a:lstStyle>
            <a:defPPr>
              <a:defRPr lang="fr-FR"/>
            </a:defPPr>
          </a:lstStyle>
          <a:p>
            <a:br>
              <a:rPr lang="fr-FR" sz="2400" dirty="0"/>
            </a:br>
            <a:br>
              <a:rPr lang="fr-FR" sz="2400" dirty="0"/>
            </a:br>
            <a:endParaRPr lang="fr-FR" sz="5700" dirty="0"/>
          </a:p>
        </p:txBody>
      </p:sp>
      <p:pic>
        <p:nvPicPr>
          <p:cNvPr id="3" name="Image 2" descr="Une image contenant capture d’écran, Graphique, Police, symbole&#10;&#10;Description générée automatiquement">
            <a:extLst>
              <a:ext uri="{FF2B5EF4-FFF2-40B4-BE49-F238E27FC236}">
                <a16:creationId xmlns:a16="http://schemas.microsoft.com/office/drawing/2014/main" id="{F6032669-D0DD-0311-4BB8-1F7E7EE4FE9E}"/>
              </a:ext>
            </a:extLst>
          </p:cNvPr>
          <p:cNvPicPr>
            <a:picLocks noChangeAspect="1"/>
          </p:cNvPicPr>
          <p:nvPr/>
        </p:nvPicPr>
        <p:blipFill>
          <a:blip r:embed="rId3"/>
          <a:srcRect l="13400" t="31000" r="13400" b="31200"/>
          <a:stretch/>
        </p:blipFill>
        <p:spPr>
          <a:xfrm>
            <a:off x="133350" y="6286578"/>
            <a:ext cx="866775" cy="447597"/>
          </a:xfrm>
          <a:prstGeom prst="rect">
            <a:avLst/>
          </a:prstGeom>
        </p:spPr>
      </p:pic>
      <p:pic>
        <p:nvPicPr>
          <p:cNvPr id="8" name="Espace réservé pour une image  7" descr="Une image contenant art, conception&#10;&#10;Description générée automatiquement">
            <a:extLst>
              <a:ext uri="{FF2B5EF4-FFF2-40B4-BE49-F238E27FC236}">
                <a16:creationId xmlns:a16="http://schemas.microsoft.com/office/drawing/2014/main" id="{65D8FCFA-BE7E-5FBC-B7D6-15493AEAEEE6}"/>
              </a:ext>
            </a:extLst>
          </p:cNvPr>
          <p:cNvPicPr>
            <a:picLocks noGrp="1" noChangeAspect="1"/>
          </p:cNvPicPr>
          <p:nvPr>
            <p:ph type="pic" sz="quarter" idx="10"/>
          </p:nvPr>
        </p:nvPicPr>
        <p:blipFill>
          <a:blip r:embed="rId4"/>
          <a:srcRect l="228" r="228"/>
          <a:stretch>
            <a:fillRect/>
          </a:stretch>
        </p:blipFill>
        <p:spPr/>
      </p:pic>
      <p:sp>
        <p:nvSpPr>
          <p:cNvPr id="4" name="ZoneTexte 3">
            <a:extLst>
              <a:ext uri="{FF2B5EF4-FFF2-40B4-BE49-F238E27FC236}">
                <a16:creationId xmlns:a16="http://schemas.microsoft.com/office/drawing/2014/main" id="{FE9CE89C-AB19-3EE8-16BB-F778CD92A8D3}"/>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
        <p:nvSpPr>
          <p:cNvPr id="5" name="ZoneTexte 4">
            <a:extLst>
              <a:ext uri="{FF2B5EF4-FFF2-40B4-BE49-F238E27FC236}">
                <a16:creationId xmlns:a16="http://schemas.microsoft.com/office/drawing/2014/main" id="{51A0A5D6-5152-E5F9-A424-17CBACC2F5A8}"/>
              </a:ext>
            </a:extLst>
          </p:cNvPr>
          <p:cNvSpPr txBox="1"/>
          <p:nvPr/>
        </p:nvSpPr>
        <p:spPr>
          <a:xfrm>
            <a:off x="1846502" y="2967335"/>
            <a:ext cx="5142368" cy="923330"/>
          </a:xfrm>
          <a:prstGeom prst="rect">
            <a:avLst/>
          </a:prstGeom>
          <a:noFill/>
        </p:spPr>
        <p:txBody>
          <a:bodyPr wrap="square" rtlCol="0">
            <a:spAutoFit/>
          </a:bodyPr>
          <a:lstStyle/>
          <a:p>
            <a:r>
              <a:rPr lang="fr-FR" sz="5400" b="1" dirty="0"/>
              <a:t>Le Lycée</a:t>
            </a:r>
          </a:p>
        </p:txBody>
      </p:sp>
    </p:spTree>
    <p:extLst>
      <p:ext uri="{BB962C8B-B14F-4D97-AF65-F5344CB8AC3E}">
        <p14:creationId xmlns:p14="http://schemas.microsoft.com/office/powerpoint/2010/main" val="2108389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441AD-BDB9-5350-1DBD-B6BC1B803C1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E6CB1D5-ABF1-9958-2003-EF1AEAE852FB}"/>
              </a:ext>
            </a:extLst>
          </p:cNvPr>
          <p:cNvSpPr>
            <a:spLocks noGrp="1"/>
          </p:cNvSpPr>
          <p:nvPr>
            <p:ph type="title"/>
          </p:nvPr>
        </p:nvSpPr>
        <p:spPr>
          <a:xfrm>
            <a:off x="1158864" y="102021"/>
            <a:ext cx="9779183" cy="1744415"/>
          </a:xfrm>
        </p:spPr>
        <p:txBody>
          <a:bodyPr rtlCol="0"/>
          <a:lstStyle>
            <a:defPPr>
              <a:defRPr lang="fr-FR"/>
            </a:defPPr>
          </a:lstStyle>
          <a:p>
            <a:pPr rtl="0"/>
            <a:r>
              <a:rPr lang="fr-FR" dirty="0"/>
              <a:t>II. Lycée</a:t>
            </a:r>
          </a:p>
        </p:txBody>
      </p:sp>
      <p:sp>
        <p:nvSpPr>
          <p:cNvPr id="3" name="Espace réservé du contenu 2">
            <a:extLst>
              <a:ext uri="{FF2B5EF4-FFF2-40B4-BE49-F238E27FC236}">
                <a16:creationId xmlns:a16="http://schemas.microsoft.com/office/drawing/2014/main" id="{7F65A473-5CD5-3280-3E8E-94FD60E2760B}"/>
              </a:ext>
            </a:extLst>
          </p:cNvPr>
          <p:cNvSpPr>
            <a:spLocks noGrp="1"/>
          </p:cNvSpPr>
          <p:nvPr>
            <p:ph idx="1"/>
          </p:nvPr>
        </p:nvSpPr>
        <p:spPr>
          <a:xfrm>
            <a:off x="566737" y="2293898"/>
            <a:ext cx="10358625" cy="3366815"/>
          </a:xfrm>
        </p:spPr>
        <p:txBody>
          <a:bodyPr vert="horz" lIns="91440" tIns="45720" rIns="91440" bIns="45720" rtlCol="0" anchor="t">
            <a:normAutofit fontScale="85000" lnSpcReduction="20000"/>
          </a:bodyPr>
          <a:lstStyle>
            <a:defPPr>
              <a:defRPr lang="fr-FR"/>
            </a:defPPr>
          </a:lstStyle>
          <a:p>
            <a:pPr rtl="0"/>
            <a:r>
              <a:rPr lang="fr-FR" b="1" dirty="0"/>
              <a:t>Spécifications des mots de passe : </a:t>
            </a:r>
            <a:r>
              <a:rPr lang="fr-FR" dirty="0"/>
              <a:t>Longs, complexes et uniques selon l'ANSSI.</a:t>
            </a:r>
          </a:p>
          <a:p>
            <a:pPr rtl="0"/>
            <a:r>
              <a:rPr lang="fr-FR" b="1" dirty="0"/>
              <a:t>Gestion des mots de passe : </a:t>
            </a:r>
            <a:r>
              <a:rPr lang="fr-FR" dirty="0"/>
              <a:t>Changement régulier et utilisation d'un gestionnaire de mots de passe.</a:t>
            </a:r>
          </a:p>
          <a:p>
            <a:pPr rtl="0"/>
            <a:r>
              <a:rPr lang="fr-FR" b="1" dirty="0"/>
              <a:t>Méthodes de </a:t>
            </a:r>
            <a:r>
              <a:rPr lang="fr-FR" b="1" dirty="0" err="1"/>
              <a:t>passphrase</a:t>
            </a:r>
            <a:r>
              <a:rPr lang="fr-FR" b="1" dirty="0"/>
              <a:t> : </a:t>
            </a:r>
            <a:r>
              <a:rPr lang="fr-FR" dirty="0"/>
              <a:t>Méthode des mots aléatoires et méthode de la phrase modifiée.</a:t>
            </a:r>
          </a:p>
          <a:p>
            <a:pPr rtl="0"/>
            <a:r>
              <a:rPr lang="fr-FR" b="1" dirty="0"/>
              <a:t>Manipulations non souhaitables : </a:t>
            </a:r>
            <a:r>
              <a:rPr lang="fr-FR" dirty="0"/>
              <a:t>Éviter de sauvegarder les mots de passe dans les navigateurs ou sur des post-it.</a:t>
            </a:r>
          </a:p>
          <a:p>
            <a:pPr rtl="0"/>
            <a:r>
              <a:rPr lang="fr-FR" b="1" dirty="0"/>
              <a:t>Stratégies de sécurité locales : </a:t>
            </a:r>
            <a:r>
              <a:rPr lang="fr-FR" dirty="0"/>
              <a:t>Gestion des mots de passe, configuration des pare-feu, mises à jour régulières et formation des utilisateurs.</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A67416C4-1A64-B0F6-DF30-322D685968FA}"/>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5" name="ZoneTexte 4">
            <a:extLst>
              <a:ext uri="{FF2B5EF4-FFF2-40B4-BE49-F238E27FC236}">
                <a16:creationId xmlns:a16="http://schemas.microsoft.com/office/drawing/2014/main" id="{F933DC33-24F0-8426-E797-F7201A7D8FAF}"/>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2144658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B4800-8ECF-1A3A-BDE2-F67386633560}"/>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E63F506A-75B3-1E6F-7761-27C64840DF17}"/>
              </a:ext>
            </a:extLst>
          </p:cNvPr>
          <p:cNvSpPr>
            <a:spLocks noGrp="1"/>
          </p:cNvSpPr>
          <p:nvPr>
            <p:ph type="subTitle" idx="1"/>
          </p:nvPr>
        </p:nvSpPr>
        <p:spPr>
          <a:xfrm>
            <a:off x="1127761" y="2069846"/>
            <a:ext cx="9936478" cy="1828800"/>
          </a:xfrm>
        </p:spPr>
        <p:txBody>
          <a:bodyPr rtlCol="0"/>
          <a:lstStyle>
            <a:defPPr>
              <a:defRPr lang="fr-FR"/>
            </a:defPPr>
          </a:lstStyle>
          <a:p>
            <a:pPr rtl="0"/>
            <a:r>
              <a:rPr lang="fr-FR" sz="2400" dirty="0"/>
              <a:t>Les spécifications de l'ANSSI pour les mots de passe recommandent qu'ils soient longs (au moins 12 caractères), complexes (incluant majuscules, minuscules, chiffres et caractères spéciaux) et uniques pour chaque compte. Cela augmente leur sécurité et réduit les risques de piratage.</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0128DAD5-B873-A313-9D44-BDA0AE41CA2B}"/>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DCABAF41-7C9D-51F0-C36C-3205770C65CA}"/>
              </a:ext>
            </a:extLst>
          </p:cNvPr>
          <p:cNvSpPr>
            <a:spLocks noGrp="1"/>
          </p:cNvSpPr>
          <p:nvPr>
            <p:ph type="title"/>
          </p:nvPr>
        </p:nvSpPr>
        <p:spPr>
          <a:xfrm>
            <a:off x="887240" y="457200"/>
            <a:ext cx="10177000" cy="1000408"/>
          </a:xfrm>
        </p:spPr>
        <p:txBody>
          <a:bodyPr/>
          <a:lstStyle/>
          <a:p>
            <a:r>
              <a:rPr lang="fr-FR" sz="4400" b="1" dirty="0"/>
              <a:t>Spécifications des mots de passe</a:t>
            </a:r>
            <a:r>
              <a:rPr lang="fr-FR" sz="4400" dirty="0"/>
              <a:t> </a:t>
            </a:r>
            <a:r>
              <a:rPr lang="fr-FR" sz="1000" dirty="0"/>
              <a:t>:</a:t>
            </a:r>
            <a:endParaRPr lang="fr-FR" sz="3200" dirty="0"/>
          </a:p>
        </p:txBody>
      </p:sp>
      <p:sp>
        <p:nvSpPr>
          <p:cNvPr id="2" name="ZoneTexte 1">
            <a:extLst>
              <a:ext uri="{FF2B5EF4-FFF2-40B4-BE49-F238E27FC236}">
                <a16:creationId xmlns:a16="http://schemas.microsoft.com/office/drawing/2014/main" id="{DBA7BF65-B607-A489-4065-4C4BE5BB3AB1}"/>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5" name="Image 4">
            <a:extLst>
              <a:ext uri="{FF2B5EF4-FFF2-40B4-BE49-F238E27FC236}">
                <a16:creationId xmlns:a16="http://schemas.microsoft.com/office/drawing/2014/main" id="{327B5F1B-82B4-6352-BE8F-334FCBBF11C7}"/>
              </a:ext>
            </a:extLst>
          </p:cNvPr>
          <p:cNvPicPr>
            <a:picLocks noChangeAspect="1"/>
          </p:cNvPicPr>
          <p:nvPr/>
        </p:nvPicPr>
        <p:blipFill>
          <a:blip r:embed="rId4"/>
          <a:stretch>
            <a:fillRect/>
          </a:stretch>
        </p:blipFill>
        <p:spPr>
          <a:xfrm>
            <a:off x="3897233" y="3873754"/>
            <a:ext cx="3662410" cy="2440187"/>
          </a:xfrm>
          <a:prstGeom prst="rect">
            <a:avLst/>
          </a:prstGeom>
        </p:spPr>
      </p:pic>
    </p:spTree>
    <p:extLst>
      <p:ext uri="{BB962C8B-B14F-4D97-AF65-F5344CB8AC3E}">
        <p14:creationId xmlns:p14="http://schemas.microsoft.com/office/powerpoint/2010/main" val="981681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AC08B-8F50-3122-39BD-E73AF109D625}"/>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C035E3E8-29DB-65A9-26F0-92A23E6BB8E3}"/>
              </a:ext>
            </a:extLst>
          </p:cNvPr>
          <p:cNvSpPr>
            <a:spLocks noGrp="1"/>
          </p:cNvSpPr>
          <p:nvPr>
            <p:ph type="subTitle" idx="1"/>
          </p:nvPr>
        </p:nvSpPr>
        <p:spPr>
          <a:xfrm>
            <a:off x="1127761" y="2335795"/>
            <a:ext cx="9936478" cy="1828800"/>
          </a:xfrm>
        </p:spPr>
        <p:txBody>
          <a:bodyPr rtlCol="0"/>
          <a:lstStyle>
            <a:defPPr>
              <a:defRPr lang="fr-FR"/>
            </a:defPPr>
          </a:lstStyle>
          <a:p>
            <a:pPr rtl="0"/>
            <a:r>
              <a:rPr lang="fr-FR" sz="2400" dirty="0"/>
              <a:t>Changement régulier et utilisation d'un gestionnaire de mots de passe</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7DCE58D9-1F3F-7254-B177-A1F2090EF02A}"/>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A51722F4-5EC7-4983-974B-B287B27DAD04}"/>
              </a:ext>
            </a:extLst>
          </p:cNvPr>
          <p:cNvSpPr>
            <a:spLocks noGrp="1"/>
          </p:cNvSpPr>
          <p:nvPr>
            <p:ph type="title"/>
          </p:nvPr>
        </p:nvSpPr>
        <p:spPr>
          <a:xfrm>
            <a:off x="887240" y="457200"/>
            <a:ext cx="10177000" cy="1000408"/>
          </a:xfrm>
        </p:spPr>
        <p:txBody>
          <a:bodyPr/>
          <a:lstStyle/>
          <a:p>
            <a:r>
              <a:rPr lang="fr-FR" sz="4400" b="1" dirty="0"/>
              <a:t>Gestion des mots de passe</a:t>
            </a:r>
            <a:r>
              <a:rPr lang="fr-FR" sz="4400" dirty="0"/>
              <a:t> :</a:t>
            </a:r>
            <a:endParaRPr lang="fr-FR" sz="13800" dirty="0"/>
          </a:p>
        </p:txBody>
      </p:sp>
      <p:sp>
        <p:nvSpPr>
          <p:cNvPr id="2" name="ZoneTexte 1">
            <a:extLst>
              <a:ext uri="{FF2B5EF4-FFF2-40B4-BE49-F238E27FC236}">
                <a16:creationId xmlns:a16="http://schemas.microsoft.com/office/drawing/2014/main" id="{78012EC0-401C-19A3-43E8-8D44AFC2EB05}"/>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5" name="Image 4">
            <a:extLst>
              <a:ext uri="{FF2B5EF4-FFF2-40B4-BE49-F238E27FC236}">
                <a16:creationId xmlns:a16="http://schemas.microsoft.com/office/drawing/2014/main" id="{3E55C679-9F05-9118-8630-FB391BA2876D}"/>
              </a:ext>
            </a:extLst>
          </p:cNvPr>
          <p:cNvPicPr>
            <a:picLocks noChangeAspect="1"/>
          </p:cNvPicPr>
          <p:nvPr/>
        </p:nvPicPr>
        <p:blipFill>
          <a:blip r:embed="rId4"/>
          <a:stretch>
            <a:fillRect/>
          </a:stretch>
        </p:blipFill>
        <p:spPr>
          <a:xfrm>
            <a:off x="1192417" y="3250195"/>
            <a:ext cx="5715000" cy="2952750"/>
          </a:xfrm>
          <a:prstGeom prst="rect">
            <a:avLst/>
          </a:prstGeom>
        </p:spPr>
      </p:pic>
      <p:pic>
        <p:nvPicPr>
          <p:cNvPr id="6" name="Image 5">
            <a:extLst>
              <a:ext uri="{FF2B5EF4-FFF2-40B4-BE49-F238E27FC236}">
                <a16:creationId xmlns:a16="http://schemas.microsoft.com/office/drawing/2014/main" id="{3931948C-FEB9-6351-BC9E-F98BD9D57B2B}"/>
              </a:ext>
            </a:extLst>
          </p:cNvPr>
          <p:cNvPicPr>
            <a:picLocks noChangeAspect="1"/>
          </p:cNvPicPr>
          <p:nvPr/>
        </p:nvPicPr>
        <p:blipFill>
          <a:blip r:embed="rId5"/>
          <a:stretch>
            <a:fillRect/>
          </a:stretch>
        </p:blipFill>
        <p:spPr>
          <a:xfrm>
            <a:off x="7846337" y="3250195"/>
            <a:ext cx="1569268" cy="1569268"/>
          </a:xfrm>
          <a:prstGeom prst="rect">
            <a:avLst/>
          </a:prstGeom>
        </p:spPr>
      </p:pic>
      <p:sp>
        <p:nvSpPr>
          <p:cNvPr id="9" name="ZoneTexte 8">
            <a:extLst>
              <a:ext uri="{FF2B5EF4-FFF2-40B4-BE49-F238E27FC236}">
                <a16:creationId xmlns:a16="http://schemas.microsoft.com/office/drawing/2014/main" id="{BFF59F06-068C-273F-D129-45DACD530757}"/>
              </a:ext>
            </a:extLst>
          </p:cNvPr>
          <p:cNvSpPr txBox="1"/>
          <p:nvPr/>
        </p:nvSpPr>
        <p:spPr>
          <a:xfrm>
            <a:off x="10081034" y="4273725"/>
            <a:ext cx="1149790" cy="369332"/>
          </a:xfrm>
          <a:prstGeom prst="rect">
            <a:avLst/>
          </a:prstGeom>
          <a:noFill/>
          <a:ln>
            <a:solidFill>
              <a:schemeClr val="tx1"/>
            </a:solidFill>
          </a:ln>
        </p:spPr>
        <p:txBody>
          <a:bodyPr wrap="square" rtlCol="0">
            <a:spAutoFit/>
          </a:bodyPr>
          <a:lstStyle/>
          <a:p>
            <a:r>
              <a:rPr lang="fr-FR" b="0" i="0" dirty="0">
                <a:effectLst/>
                <a:latin typeface="Tenorite" panose="00000500000000000000" pitchFamily="2" charset="0"/>
              </a:rPr>
              <a:t>BitLocker</a:t>
            </a:r>
          </a:p>
        </p:txBody>
      </p:sp>
      <p:sp>
        <p:nvSpPr>
          <p:cNvPr id="10" name="Flèche : angle droit à deux pointes 9">
            <a:extLst>
              <a:ext uri="{FF2B5EF4-FFF2-40B4-BE49-F238E27FC236}">
                <a16:creationId xmlns:a16="http://schemas.microsoft.com/office/drawing/2014/main" id="{CD395D52-301F-0688-D119-794752EFBBAA}"/>
              </a:ext>
            </a:extLst>
          </p:cNvPr>
          <p:cNvSpPr/>
          <p:nvPr/>
        </p:nvSpPr>
        <p:spPr>
          <a:xfrm rot="16200000">
            <a:off x="10016290" y="3425365"/>
            <a:ext cx="399724" cy="1078736"/>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211767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ED675-C28E-D6CB-6DC6-3FB6ACF1D12B}"/>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428BF5E1-A639-E46B-AA15-A419AC484956}"/>
              </a:ext>
            </a:extLst>
          </p:cNvPr>
          <p:cNvSpPr>
            <a:spLocks noGrp="1"/>
          </p:cNvSpPr>
          <p:nvPr>
            <p:ph type="subTitle" idx="1"/>
          </p:nvPr>
        </p:nvSpPr>
        <p:spPr>
          <a:xfrm>
            <a:off x="1007501" y="2043293"/>
            <a:ext cx="9936478" cy="1828800"/>
          </a:xfrm>
        </p:spPr>
        <p:txBody>
          <a:bodyPr rtlCol="0"/>
          <a:lstStyle>
            <a:defPPr>
              <a:defRPr lang="fr-FR"/>
            </a:defPPr>
          </a:lstStyle>
          <a:p>
            <a:r>
              <a:rPr lang="fr-FR" sz="2000" b="1" dirty="0"/>
              <a:t>Méthode des mots aléatoires</a:t>
            </a:r>
            <a:r>
              <a:rPr lang="fr-FR" sz="2000" dirty="0"/>
              <a:t> : Choisir plusieurs mots aléatoires (comme "chien", "soleil", "gâteau", "mousse") et les combiner pour former une phrase facile à mémoriser mais difficile à deviner.</a:t>
            </a:r>
          </a:p>
          <a:p>
            <a:r>
              <a:rPr lang="fr-FR" sz="2000" b="1" dirty="0"/>
              <a:t>Méthode de la phrase modifiée</a:t>
            </a:r>
            <a:r>
              <a:rPr lang="fr-FR" sz="2000" dirty="0"/>
              <a:t> : Prendre une phrase connue (comme un proverbe ou une citation) et y ajouter des modifications, par exemple en changeant des lettres par des chiffres ou des caractères spéciaux (comme "L3S$@gesnesontJ@m@isd3tr0p" pour "Les sages ne sont jamais de trop")</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137D9C54-2C56-7DB8-6EBC-A6B8D399D772}"/>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4A834539-02DF-1B4D-CCA5-0CD2C25FAAA2}"/>
              </a:ext>
            </a:extLst>
          </p:cNvPr>
          <p:cNvSpPr>
            <a:spLocks noGrp="1"/>
          </p:cNvSpPr>
          <p:nvPr>
            <p:ph type="title"/>
          </p:nvPr>
        </p:nvSpPr>
        <p:spPr>
          <a:xfrm>
            <a:off x="887240" y="457200"/>
            <a:ext cx="10177000" cy="1000408"/>
          </a:xfrm>
        </p:spPr>
        <p:txBody>
          <a:bodyPr/>
          <a:lstStyle/>
          <a:p>
            <a:r>
              <a:rPr lang="fr-FR" sz="4400" b="1" dirty="0"/>
              <a:t>Méthodes de </a:t>
            </a:r>
            <a:r>
              <a:rPr lang="fr-FR" sz="4400" b="1" dirty="0" err="1"/>
              <a:t>passphrase</a:t>
            </a:r>
            <a:r>
              <a:rPr lang="fr-FR" sz="4400" dirty="0"/>
              <a:t> :</a:t>
            </a:r>
            <a:endParaRPr lang="fr-FR" sz="13800" dirty="0"/>
          </a:p>
        </p:txBody>
      </p:sp>
      <p:sp>
        <p:nvSpPr>
          <p:cNvPr id="2" name="ZoneTexte 1">
            <a:extLst>
              <a:ext uri="{FF2B5EF4-FFF2-40B4-BE49-F238E27FC236}">
                <a16:creationId xmlns:a16="http://schemas.microsoft.com/office/drawing/2014/main" id="{41C1015A-C6F2-A911-C466-92FF67C4804C}"/>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12" name="Image 11" descr="Une image contenant Jeux, dé, Jeu de dé, Jeu de table&#10;&#10;Description générée automatiquement">
            <a:extLst>
              <a:ext uri="{FF2B5EF4-FFF2-40B4-BE49-F238E27FC236}">
                <a16:creationId xmlns:a16="http://schemas.microsoft.com/office/drawing/2014/main" id="{F9E5E915-0874-0F14-4F3E-9B55FF98E0F1}"/>
              </a:ext>
            </a:extLst>
          </p:cNvPr>
          <p:cNvPicPr>
            <a:picLocks noChangeAspect="1"/>
          </p:cNvPicPr>
          <p:nvPr/>
        </p:nvPicPr>
        <p:blipFill>
          <a:blip r:embed="rId4"/>
          <a:srcRect l="19439" t="12316" r="20423" b="6921"/>
          <a:stretch/>
        </p:blipFill>
        <p:spPr>
          <a:xfrm>
            <a:off x="4735415" y="4264989"/>
            <a:ext cx="2480649" cy="2199992"/>
          </a:xfrm>
          <a:prstGeom prst="rect">
            <a:avLst/>
          </a:prstGeom>
        </p:spPr>
      </p:pic>
    </p:spTree>
    <p:extLst>
      <p:ext uri="{BB962C8B-B14F-4D97-AF65-F5344CB8AC3E}">
        <p14:creationId xmlns:p14="http://schemas.microsoft.com/office/powerpoint/2010/main" val="2639469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BB575-B446-B9CD-24B4-6F2BED4CBD2D}"/>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B8A1E976-5169-1064-D7D6-2BDDCA8255F4}"/>
              </a:ext>
            </a:extLst>
          </p:cNvPr>
          <p:cNvSpPr>
            <a:spLocks noGrp="1"/>
          </p:cNvSpPr>
          <p:nvPr>
            <p:ph type="subTitle" idx="1"/>
          </p:nvPr>
        </p:nvSpPr>
        <p:spPr>
          <a:xfrm>
            <a:off x="1127761" y="2335795"/>
            <a:ext cx="9936478" cy="1828800"/>
          </a:xfrm>
        </p:spPr>
        <p:txBody>
          <a:bodyPr rtlCol="0"/>
          <a:lstStyle>
            <a:defPPr>
              <a:defRPr lang="fr-FR"/>
            </a:defPPr>
          </a:lstStyle>
          <a:p>
            <a:pPr rtl="0"/>
            <a:r>
              <a:rPr lang="fr-FR" sz="2400" dirty="0"/>
              <a:t>Éviter de sauvegarder les mots de passe dans les navigateurs ou sur des post-it</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9010C5A4-909C-3506-19F9-5E7D11DE35D1}"/>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67629D2C-AF20-D68D-2080-83C49AE22A12}"/>
              </a:ext>
            </a:extLst>
          </p:cNvPr>
          <p:cNvSpPr>
            <a:spLocks noGrp="1"/>
          </p:cNvSpPr>
          <p:nvPr>
            <p:ph type="title"/>
          </p:nvPr>
        </p:nvSpPr>
        <p:spPr>
          <a:xfrm>
            <a:off x="887240" y="457200"/>
            <a:ext cx="10177000" cy="1000408"/>
          </a:xfrm>
        </p:spPr>
        <p:txBody>
          <a:bodyPr/>
          <a:lstStyle/>
          <a:p>
            <a:r>
              <a:rPr lang="fr-FR" sz="4400" b="1" dirty="0"/>
              <a:t>Manipulations non souhaitables</a:t>
            </a:r>
            <a:r>
              <a:rPr lang="fr-FR" sz="4400" dirty="0"/>
              <a:t> :</a:t>
            </a:r>
            <a:endParaRPr lang="fr-FR" sz="13800" dirty="0"/>
          </a:p>
        </p:txBody>
      </p:sp>
      <p:sp>
        <p:nvSpPr>
          <p:cNvPr id="2" name="ZoneTexte 1">
            <a:extLst>
              <a:ext uri="{FF2B5EF4-FFF2-40B4-BE49-F238E27FC236}">
                <a16:creationId xmlns:a16="http://schemas.microsoft.com/office/drawing/2014/main" id="{4F13F837-2E0C-6BA4-C25C-AEEA72EC9D2F}"/>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5" name="Image 4">
            <a:extLst>
              <a:ext uri="{FF2B5EF4-FFF2-40B4-BE49-F238E27FC236}">
                <a16:creationId xmlns:a16="http://schemas.microsoft.com/office/drawing/2014/main" id="{1AB7AEE0-E8C4-A3AB-E986-0651581AF3C7}"/>
              </a:ext>
            </a:extLst>
          </p:cNvPr>
          <p:cNvPicPr>
            <a:picLocks noChangeAspect="1"/>
          </p:cNvPicPr>
          <p:nvPr/>
        </p:nvPicPr>
        <p:blipFill>
          <a:blip r:embed="rId4"/>
          <a:stretch>
            <a:fillRect/>
          </a:stretch>
        </p:blipFill>
        <p:spPr>
          <a:xfrm>
            <a:off x="2402269" y="3613640"/>
            <a:ext cx="2692463" cy="1701147"/>
          </a:xfrm>
          <a:prstGeom prst="rect">
            <a:avLst/>
          </a:prstGeom>
        </p:spPr>
      </p:pic>
      <p:pic>
        <p:nvPicPr>
          <p:cNvPr id="2050" name="Picture 2" descr="Vecteur le logo de google chrome">
            <a:extLst>
              <a:ext uri="{FF2B5EF4-FFF2-40B4-BE49-F238E27FC236}">
                <a16:creationId xmlns:a16="http://schemas.microsoft.com/office/drawing/2014/main" id="{5CA4B9F3-84D9-44CE-CC14-EC14DFBDF87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787" t="14886" r="15736" b="14886"/>
          <a:stretch/>
        </p:blipFill>
        <p:spPr bwMode="auto">
          <a:xfrm>
            <a:off x="7067440" y="3318572"/>
            <a:ext cx="2024091" cy="1996215"/>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a:extLst>
              <a:ext uri="{FF2B5EF4-FFF2-40B4-BE49-F238E27FC236}">
                <a16:creationId xmlns:a16="http://schemas.microsoft.com/office/drawing/2014/main" id="{D04020CB-F187-F0F5-8583-CCB469D477A7}"/>
              </a:ext>
            </a:extLst>
          </p:cNvPr>
          <p:cNvPicPr>
            <a:picLocks noChangeAspect="1"/>
          </p:cNvPicPr>
          <p:nvPr/>
        </p:nvPicPr>
        <p:blipFill>
          <a:blip r:embed="rId6"/>
          <a:stretch>
            <a:fillRect/>
          </a:stretch>
        </p:blipFill>
        <p:spPr>
          <a:xfrm>
            <a:off x="3120862" y="3933127"/>
            <a:ext cx="1078414" cy="1171791"/>
          </a:xfrm>
          <a:prstGeom prst="rect">
            <a:avLst/>
          </a:prstGeom>
        </p:spPr>
      </p:pic>
      <p:pic>
        <p:nvPicPr>
          <p:cNvPr id="9" name="Image 8">
            <a:extLst>
              <a:ext uri="{FF2B5EF4-FFF2-40B4-BE49-F238E27FC236}">
                <a16:creationId xmlns:a16="http://schemas.microsoft.com/office/drawing/2014/main" id="{69056DF5-24A6-9520-D980-91D4575CCAAB}"/>
              </a:ext>
            </a:extLst>
          </p:cNvPr>
          <p:cNvPicPr>
            <a:picLocks noChangeAspect="1"/>
          </p:cNvPicPr>
          <p:nvPr/>
        </p:nvPicPr>
        <p:blipFill>
          <a:blip r:embed="rId6"/>
          <a:stretch>
            <a:fillRect/>
          </a:stretch>
        </p:blipFill>
        <p:spPr>
          <a:xfrm>
            <a:off x="7540278" y="3730782"/>
            <a:ext cx="1078414" cy="1171791"/>
          </a:xfrm>
          <a:prstGeom prst="rect">
            <a:avLst/>
          </a:prstGeom>
        </p:spPr>
      </p:pic>
    </p:spTree>
    <p:extLst>
      <p:ext uri="{BB962C8B-B14F-4D97-AF65-F5344CB8AC3E}">
        <p14:creationId xmlns:p14="http://schemas.microsoft.com/office/powerpoint/2010/main" val="3960564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56EEF-B8E7-CF55-FC8E-52B4716E3A42}"/>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DA13C5FF-10A8-00AB-DA7D-103B89CAE5E8}"/>
              </a:ext>
            </a:extLst>
          </p:cNvPr>
          <p:cNvSpPr>
            <a:spLocks noGrp="1"/>
          </p:cNvSpPr>
          <p:nvPr>
            <p:ph type="subTitle" idx="1"/>
          </p:nvPr>
        </p:nvSpPr>
        <p:spPr>
          <a:xfrm>
            <a:off x="1127761" y="2335795"/>
            <a:ext cx="9936478" cy="1828800"/>
          </a:xfrm>
        </p:spPr>
        <p:txBody>
          <a:bodyPr rtlCol="0"/>
          <a:lstStyle>
            <a:defPPr>
              <a:defRPr lang="fr-FR"/>
            </a:defPPr>
          </a:lstStyle>
          <a:p>
            <a:pPr rtl="0"/>
            <a:r>
              <a:rPr lang="fr-FR" sz="2400" dirty="0"/>
              <a:t>Les stratégies de sécurité locales incluent la gestion des mots de passe, la configuration des pare-feu, la mise à jour régulière des logiciels et la formation des utilisateurs à la sécurité informatique.</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6AB34069-21E7-A064-8951-B14CEDC987FE}"/>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6001F419-5364-AC9B-7FE3-3BF6CEB77FFD}"/>
              </a:ext>
            </a:extLst>
          </p:cNvPr>
          <p:cNvSpPr>
            <a:spLocks noGrp="1"/>
          </p:cNvSpPr>
          <p:nvPr>
            <p:ph type="title"/>
          </p:nvPr>
        </p:nvSpPr>
        <p:spPr>
          <a:xfrm>
            <a:off x="887240" y="457200"/>
            <a:ext cx="10177000" cy="1000408"/>
          </a:xfrm>
        </p:spPr>
        <p:txBody>
          <a:bodyPr/>
          <a:lstStyle/>
          <a:p>
            <a:r>
              <a:rPr lang="fr-FR" sz="3600" dirty="0"/>
              <a:t>Stratégies de sécurité locales :</a:t>
            </a:r>
          </a:p>
        </p:txBody>
      </p:sp>
      <p:sp>
        <p:nvSpPr>
          <p:cNvPr id="2" name="ZoneTexte 1">
            <a:extLst>
              <a:ext uri="{FF2B5EF4-FFF2-40B4-BE49-F238E27FC236}">
                <a16:creationId xmlns:a16="http://schemas.microsoft.com/office/drawing/2014/main" id="{2AFF5314-1982-A51A-D41C-AECE3C4B1C4E}"/>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5" name="Image 4">
            <a:extLst>
              <a:ext uri="{FF2B5EF4-FFF2-40B4-BE49-F238E27FC236}">
                <a16:creationId xmlns:a16="http://schemas.microsoft.com/office/drawing/2014/main" id="{54236618-70DA-FC5E-7299-80C22CB91FF4}"/>
              </a:ext>
            </a:extLst>
          </p:cNvPr>
          <p:cNvPicPr>
            <a:picLocks noChangeAspect="1"/>
          </p:cNvPicPr>
          <p:nvPr/>
        </p:nvPicPr>
        <p:blipFill>
          <a:blip r:embed="rId4"/>
          <a:stretch>
            <a:fillRect/>
          </a:stretch>
        </p:blipFill>
        <p:spPr>
          <a:xfrm>
            <a:off x="2020352" y="3555739"/>
            <a:ext cx="3498573" cy="1912553"/>
          </a:xfrm>
          <a:prstGeom prst="rect">
            <a:avLst/>
          </a:prstGeom>
        </p:spPr>
      </p:pic>
      <p:pic>
        <p:nvPicPr>
          <p:cNvPr id="6" name="Image 5">
            <a:extLst>
              <a:ext uri="{FF2B5EF4-FFF2-40B4-BE49-F238E27FC236}">
                <a16:creationId xmlns:a16="http://schemas.microsoft.com/office/drawing/2014/main" id="{3C4435ED-35EE-217C-10BE-6AAEB904ABED}"/>
              </a:ext>
            </a:extLst>
          </p:cNvPr>
          <p:cNvPicPr>
            <a:picLocks noChangeAspect="1"/>
          </p:cNvPicPr>
          <p:nvPr/>
        </p:nvPicPr>
        <p:blipFill>
          <a:blip r:embed="rId5"/>
          <a:srcRect l="4520" t="18107" r="4425" b="14201"/>
          <a:stretch/>
        </p:blipFill>
        <p:spPr>
          <a:xfrm>
            <a:off x="6096000" y="3664381"/>
            <a:ext cx="4842525" cy="1640950"/>
          </a:xfrm>
          <a:prstGeom prst="rect">
            <a:avLst/>
          </a:prstGeom>
        </p:spPr>
      </p:pic>
    </p:spTree>
    <p:extLst>
      <p:ext uri="{BB962C8B-B14F-4D97-AF65-F5344CB8AC3E}">
        <p14:creationId xmlns:p14="http://schemas.microsoft.com/office/powerpoint/2010/main" val="2256200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E6D33-6F79-766F-8024-0FBF236CB3F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BFE63F1-8401-6D5F-C2EA-D69C78DA68E7}"/>
              </a:ext>
            </a:extLst>
          </p:cNvPr>
          <p:cNvSpPr>
            <a:spLocks noGrp="1"/>
          </p:cNvSpPr>
          <p:nvPr>
            <p:ph type="title"/>
          </p:nvPr>
        </p:nvSpPr>
        <p:spPr>
          <a:xfrm>
            <a:off x="1167492" y="1371600"/>
            <a:ext cx="6015946" cy="5137842"/>
          </a:xfrm>
        </p:spPr>
        <p:txBody>
          <a:bodyPr rtlCol="0"/>
          <a:lstStyle>
            <a:defPPr>
              <a:defRPr lang="fr-FR"/>
            </a:defPPr>
          </a:lstStyle>
          <a:p>
            <a:br>
              <a:rPr lang="fr-FR" sz="2400" dirty="0"/>
            </a:br>
            <a:br>
              <a:rPr lang="fr-FR" sz="2400" dirty="0"/>
            </a:br>
            <a:endParaRPr lang="fr-FR" sz="5700" dirty="0"/>
          </a:p>
        </p:txBody>
      </p:sp>
      <p:pic>
        <p:nvPicPr>
          <p:cNvPr id="3" name="Image 2" descr="Une image contenant capture d’écran, Graphique, Police, symbole&#10;&#10;Description générée automatiquement">
            <a:extLst>
              <a:ext uri="{FF2B5EF4-FFF2-40B4-BE49-F238E27FC236}">
                <a16:creationId xmlns:a16="http://schemas.microsoft.com/office/drawing/2014/main" id="{2B19636A-5F7D-D64B-D71E-8F31C0E3AFB8}"/>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4" name="ZoneTexte 3">
            <a:extLst>
              <a:ext uri="{FF2B5EF4-FFF2-40B4-BE49-F238E27FC236}">
                <a16:creationId xmlns:a16="http://schemas.microsoft.com/office/drawing/2014/main" id="{E6DF1E21-CAB5-E47D-AF70-A33864A5BDFB}"/>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
        <p:nvSpPr>
          <p:cNvPr id="5" name="ZoneTexte 4">
            <a:extLst>
              <a:ext uri="{FF2B5EF4-FFF2-40B4-BE49-F238E27FC236}">
                <a16:creationId xmlns:a16="http://schemas.microsoft.com/office/drawing/2014/main" id="{932F160C-2BA2-7A8E-323B-2368A34A6DD9}"/>
              </a:ext>
            </a:extLst>
          </p:cNvPr>
          <p:cNvSpPr txBox="1"/>
          <p:nvPr/>
        </p:nvSpPr>
        <p:spPr>
          <a:xfrm>
            <a:off x="1604281" y="2551837"/>
            <a:ext cx="5142368" cy="1754326"/>
          </a:xfrm>
          <a:prstGeom prst="rect">
            <a:avLst/>
          </a:prstGeom>
          <a:noFill/>
        </p:spPr>
        <p:txBody>
          <a:bodyPr wrap="square" rtlCol="0">
            <a:spAutoFit/>
          </a:bodyPr>
          <a:lstStyle/>
          <a:p>
            <a:r>
              <a:rPr lang="fr-FR" sz="5400" b="1" dirty="0"/>
              <a:t>Gestion des mots de passe</a:t>
            </a:r>
          </a:p>
        </p:txBody>
      </p:sp>
      <p:pic>
        <p:nvPicPr>
          <p:cNvPr id="10" name="Espace réservé pour une image  9" descr="Une image contenant art, cercle, conception&#10;&#10;Description générée automatiquement">
            <a:extLst>
              <a:ext uri="{FF2B5EF4-FFF2-40B4-BE49-F238E27FC236}">
                <a16:creationId xmlns:a16="http://schemas.microsoft.com/office/drawing/2014/main" id="{43146B28-3FC8-1A3E-ED31-A66E868F21A6}"/>
              </a:ext>
            </a:extLst>
          </p:cNvPr>
          <p:cNvPicPr>
            <a:picLocks noGrp="1" noChangeAspect="1"/>
          </p:cNvPicPr>
          <p:nvPr>
            <p:ph type="pic" sz="quarter" idx="10"/>
          </p:nvPr>
        </p:nvPicPr>
        <p:blipFill>
          <a:blip r:embed="rId4"/>
          <a:srcRect l="228" r="228"/>
          <a:stretch>
            <a:fillRect/>
          </a:stretch>
        </p:blipFill>
        <p:spPr/>
      </p:pic>
    </p:spTree>
    <p:extLst>
      <p:ext uri="{BB962C8B-B14F-4D97-AF65-F5344CB8AC3E}">
        <p14:creationId xmlns:p14="http://schemas.microsoft.com/office/powerpoint/2010/main" val="3288332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A884F-7FEE-FE14-7C90-043FDC024549}"/>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32DEFB5D-FD3C-0306-C1DC-35D60A446DE0}"/>
              </a:ext>
            </a:extLst>
          </p:cNvPr>
          <p:cNvSpPr>
            <a:spLocks noGrp="1"/>
          </p:cNvSpPr>
          <p:nvPr>
            <p:ph type="subTitle" idx="1"/>
          </p:nvPr>
        </p:nvSpPr>
        <p:spPr>
          <a:xfrm>
            <a:off x="1127762" y="2155142"/>
            <a:ext cx="9936478" cy="1828800"/>
          </a:xfrm>
        </p:spPr>
        <p:txBody>
          <a:bodyPr rtlCol="0"/>
          <a:lstStyle>
            <a:defPPr>
              <a:defRPr lang="fr-FR"/>
            </a:defPPr>
          </a:lstStyle>
          <a:p>
            <a:pPr rtl="0"/>
            <a:r>
              <a:rPr lang="fr-FR" sz="2000" dirty="0" err="1"/>
              <a:t>KeePass</a:t>
            </a:r>
            <a:r>
              <a:rPr lang="fr-FR" sz="2000" dirty="0"/>
              <a:t> est un gestionnaire de mots de passe qui permet de stocker et de gérer vos mots de passe de manière sécurisée. Il utilise un chiffrement fort pour protéger vos informations sensibles et vous aide à générer des mots de passe complexes et uniques pour chaque compte, réduisant ainsi les risques de piratage. En outre, il vous évite de devoir mémoriser tous vos mots de passe, facilitant leur gestion au quotidien</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4055578B-053F-F733-FC3E-BC4D4BEBE220}"/>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F539129B-49BC-C935-A284-DB59574A2CBA}"/>
              </a:ext>
            </a:extLst>
          </p:cNvPr>
          <p:cNvSpPr>
            <a:spLocks noGrp="1"/>
          </p:cNvSpPr>
          <p:nvPr>
            <p:ph type="title"/>
          </p:nvPr>
        </p:nvSpPr>
        <p:spPr>
          <a:xfrm>
            <a:off x="887240" y="457200"/>
            <a:ext cx="10177000" cy="1000408"/>
          </a:xfrm>
        </p:spPr>
        <p:txBody>
          <a:bodyPr/>
          <a:lstStyle/>
          <a:p>
            <a:r>
              <a:rPr lang="fr-FR" sz="3600" dirty="0" err="1"/>
              <a:t>KeePass</a:t>
            </a:r>
            <a:r>
              <a:rPr lang="fr-FR" sz="3600" dirty="0"/>
              <a:t> </a:t>
            </a:r>
            <a:r>
              <a:rPr lang="fr-FR" sz="3600" dirty="0" err="1"/>
              <a:t>Password</a:t>
            </a:r>
            <a:r>
              <a:rPr lang="fr-FR" sz="3600" dirty="0"/>
              <a:t> Safe</a:t>
            </a:r>
          </a:p>
        </p:txBody>
      </p:sp>
      <p:sp>
        <p:nvSpPr>
          <p:cNvPr id="2" name="ZoneTexte 1">
            <a:extLst>
              <a:ext uri="{FF2B5EF4-FFF2-40B4-BE49-F238E27FC236}">
                <a16:creationId xmlns:a16="http://schemas.microsoft.com/office/drawing/2014/main" id="{D05514A0-FDD3-0407-662F-1EDE5B37DE52}"/>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5" name="Image 4">
            <a:extLst>
              <a:ext uri="{FF2B5EF4-FFF2-40B4-BE49-F238E27FC236}">
                <a16:creationId xmlns:a16="http://schemas.microsoft.com/office/drawing/2014/main" id="{137D1A03-F345-46C9-B850-42C440620B25}"/>
              </a:ext>
            </a:extLst>
          </p:cNvPr>
          <p:cNvPicPr>
            <a:picLocks noChangeAspect="1"/>
          </p:cNvPicPr>
          <p:nvPr/>
        </p:nvPicPr>
        <p:blipFill>
          <a:blip r:embed="rId4"/>
          <a:stretch>
            <a:fillRect/>
          </a:stretch>
        </p:blipFill>
        <p:spPr>
          <a:xfrm flipH="1" flipV="1">
            <a:off x="4671588" y="2004588"/>
            <a:ext cx="1419649" cy="1419649"/>
          </a:xfrm>
          <a:prstGeom prst="rect">
            <a:avLst/>
          </a:prstGeom>
        </p:spPr>
      </p:pic>
      <p:pic>
        <p:nvPicPr>
          <p:cNvPr id="6" name="Image 5">
            <a:extLst>
              <a:ext uri="{FF2B5EF4-FFF2-40B4-BE49-F238E27FC236}">
                <a16:creationId xmlns:a16="http://schemas.microsoft.com/office/drawing/2014/main" id="{76AB4B7E-1BD9-C2D6-BBC2-B94460D5C662}"/>
              </a:ext>
            </a:extLst>
          </p:cNvPr>
          <p:cNvPicPr>
            <a:picLocks noChangeAspect="1"/>
          </p:cNvPicPr>
          <p:nvPr/>
        </p:nvPicPr>
        <p:blipFill>
          <a:blip r:embed="rId5"/>
          <a:stretch>
            <a:fillRect/>
          </a:stretch>
        </p:blipFill>
        <p:spPr>
          <a:xfrm>
            <a:off x="3507271" y="3649187"/>
            <a:ext cx="3748282" cy="2861189"/>
          </a:xfrm>
          <a:prstGeom prst="rect">
            <a:avLst/>
          </a:prstGeom>
        </p:spPr>
      </p:pic>
      <p:pic>
        <p:nvPicPr>
          <p:cNvPr id="9" name="Image 8" descr="Une image contenant logo, symbole, cercle, Graphique&#10;&#10;Description générée automatiquement">
            <a:extLst>
              <a:ext uri="{FF2B5EF4-FFF2-40B4-BE49-F238E27FC236}">
                <a16:creationId xmlns:a16="http://schemas.microsoft.com/office/drawing/2014/main" id="{C33C220C-0337-6D82-5962-DF5294249400}"/>
              </a:ext>
            </a:extLst>
          </p:cNvPr>
          <p:cNvPicPr>
            <a:picLocks noChangeAspect="1"/>
          </p:cNvPicPr>
          <p:nvPr/>
        </p:nvPicPr>
        <p:blipFill>
          <a:blip r:embed="rId6"/>
          <a:stretch>
            <a:fillRect/>
          </a:stretch>
        </p:blipFill>
        <p:spPr>
          <a:xfrm>
            <a:off x="5781298" y="755869"/>
            <a:ext cx="1009650" cy="809625"/>
          </a:xfrm>
          <a:prstGeom prst="rect">
            <a:avLst/>
          </a:prstGeom>
        </p:spPr>
      </p:pic>
    </p:spTree>
    <p:extLst>
      <p:ext uri="{BB962C8B-B14F-4D97-AF65-F5344CB8AC3E}">
        <p14:creationId xmlns:p14="http://schemas.microsoft.com/office/powerpoint/2010/main" val="1635007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F7AAA-1853-1FAB-3825-42197808536C}"/>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1F51A696-ACD0-6A54-E61D-10DA8C74351D}"/>
              </a:ext>
            </a:extLst>
          </p:cNvPr>
          <p:cNvSpPr>
            <a:spLocks noGrp="1"/>
          </p:cNvSpPr>
          <p:nvPr>
            <p:ph type="subTitle" idx="1"/>
          </p:nvPr>
        </p:nvSpPr>
        <p:spPr>
          <a:xfrm>
            <a:off x="1000125" y="1954092"/>
            <a:ext cx="9936478" cy="1828800"/>
          </a:xfrm>
        </p:spPr>
        <p:txBody>
          <a:bodyPr rtlCol="0"/>
          <a:lstStyle>
            <a:defPPr>
              <a:defRPr lang="fr-FR"/>
            </a:defPPr>
          </a:lstStyle>
          <a:p>
            <a:pPr rtl="0"/>
            <a:r>
              <a:rPr lang="fr-FR" sz="2400" dirty="0"/>
              <a:t>Il peut créer des mots de passe complexes et uniques pour chaque compte</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34EDE9EF-1CAB-07E1-466E-C18EE880DA88}"/>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938CAD94-F557-6222-C60F-4DD137C81364}"/>
              </a:ext>
            </a:extLst>
          </p:cNvPr>
          <p:cNvSpPr>
            <a:spLocks noGrp="1"/>
          </p:cNvSpPr>
          <p:nvPr>
            <p:ph type="title"/>
          </p:nvPr>
        </p:nvSpPr>
        <p:spPr>
          <a:xfrm>
            <a:off x="887240" y="457200"/>
            <a:ext cx="10177000" cy="1000408"/>
          </a:xfrm>
        </p:spPr>
        <p:txBody>
          <a:bodyPr/>
          <a:lstStyle/>
          <a:p>
            <a:r>
              <a:rPr lang="fr-FR" sz="4800" b="1" dirty="0"/>
              <a:t>Générateur de mots de passe</a:t>
            </a:r>
            <a:r>
              <a:rPr lang="fr-FR" sz="4800" dirty="0"/>
              <a:t> :</a:t>
            </a:r>
            <a:endParaRPr lang="fr-FR" sz="16600" dirty="0"/>
          </a:p>
        </p:txBody>
      </p:sp>
      <p:sp>
        <p:nvSpPr>
          <p:cNvPr id="2" name="ZoneTexte 1">
            <a:extLst>
              <a:ext uri="{FF2B5EF4-FFF2-40B4-BE49-F238E27FC236}">
                <a16:creationId xmlns:a16="http://schemas.microsoft.com/office/drawing/2014/main" id="{B6561EE8-BF55-99EE-6E4B-46528FC1D54B}"/>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6" name="Image 5" descr="Une image contenant texte, Appareils électroniques, capture d’écran, logiciel&#10;&#10;Description générée automatiquement">
            <a:extLst>
              <a:ext uri="{FF2B5EF4-FFF2-40B4-BE49-F238E27FC236}">
                <a16:creationId xmlns:a16="http://schemas.microsoft.com/office/drawing/2014/main" id="{05B8E0AD-A499-AB41-78BD-08E3198B0871}"/>
              </a:ext>
            </a:extLst>
          </p:cNvPr>
          <p:cNvPicPr>
            <a:picLocks noChangeAspect="1"/>
          </p:cNvPicPr>
          <p:nvPr/>
        </p:nvPicPr>
        <p:blipFill>
          <a:blip r:embed="rId4"/>
          <a:stretch>
            <a:fillRect/>
          </a:stretch>
        </p:blipFill>
        <p:spPr>
          <a:xfrm>
            <a:off x="1255397" y="2776875"/>
            <a:ext cx="3153164" cy="3733501"/>
          </a:xfrm>
          <a:prstGeom prst="rect">
            <a:avLst/>
          </a:prstGeom>
        </p:spPr>
      </p:pic>
      <p:pic>
        <p:nvPicPr>
          <p:cNvPr id="9" name="Image 8" descr="Une image contenant texte, Appareils électroniques, capture d’écran, logiciel&#10;&#10;Description générée automatiquement">
            <a:extLst>
              <a:ext uri="{FF2B5EF4-FFF2-40B4-BE49-F238E27FC236}">
                <a16:creationId xmlns:a16="http://schemas.microsoft.com/office/drawing/2014/main" id="{3D11B6B2-BD43-357E-0B1A-B737C6C5E21E}"/>
              </a:ext>
            </a:extLst>
          </p:cNvPr>
          <p:cNvPicPr>
            <a:picLocks noChangeAspect="1"/>
          </p:cNvPicPr>
          <p:nvPr/>
        </p:nvPicPr>
        <p:blipFill>
          <a:blip r:embed="rId5"/>
          <a:stretch>
            <a:fillRect/>
          </a:stretch>
        </p:blipFill>
        <p:spPr>
          <a:xfrm>
            <a:off x="4770634" y="2780966"/>
            <a:ext cx="3153164" cy="3729410"/>
          </a:xfrm>
          <a:prstGeom prst="rect">
            <a:avLst/>
          </a:prstGeom>
        </p:spPr>
      </p:pic>
    </p:spTree>
    <p:extLst>
      <p:ext uri="{BB962C8B-B14F-4D97-AF65-F5344CB8AC3E}">
        <p14:creationId xmlns:p14="http://schemas.microsoft.com/office/powerpoint/2010/main" val="2152831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F4B29-C3A9-850F-9A2E-A0316EF560DF}"/>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D7009B1D-9BE2-F2EB-05F9-102DE48FC003}"/>
              </a:ext>
            </a:extLst>
          </p:cNvPr>
          <p:cNvPicPr>
            <a:picLocks noChangeAspect="1"/>
          </p:cNvPicPr>
          <p:nvPr/>
        </p:nvPicPr>
        <p:blipFill>
          <a:blip r:embed="rId3"/>
          <a:stretch>
            <a:fillRect/>
          </a:stretch>
        </p:blipFill>
        <p:spPr>
          <a:xfrm>
            <a:off x="2199991" y="3294537"/>
            <a:ext cx="5474799" cy="2992041"/>
          </a:xfrm>
          <a:prstGeom prst="rect">
            <a:avLst/>
          </a:prstGeom>
        </p:spPr>
      </p:pic>
      <p:sp>
        <p:nvSpPr>
          <p:cNvPr id="3" name="Sous-titre 2">
            <a:extLst>
              <a:ext uri="{FF2B5EF4-FFF2-40B4-BE49-F238E27FC236}">
                <a16:creationId xmlns:a16="http://schemas.microsoft.com/office/drawing/2014/main" id="{F1D5F5AC-0B73-C1B8-F2F4-CEF74EE18092}"/>
              </a:ext>
            </a:extLst>
          </p:cNvPr>
          <p:cNvSpPr>
            <a:spLocks noGrp="1"/>
          </p:cNvSpPr>
          <p:nvPr>
            <p:ph type="subTitle" idx="1"/>
          </p:nvPr>
        </p:nvSpPr>
        <p:spPr>
          <a:xfrm>
            <a:off x="1127761" y="1720159"/>
            <a:ext cx="9936478" cy="1828800"/>
          </a:xfrm>
        </p:spPr>
        <p:txBody>
          <a:bodyPr rtlCol="0"/>
          <a:lstStyle>
            <a:defPPr>
              <a:defRPr lang="fr-FR"/>
            </a:defPPr>
          </a:lstStyle>
          <a:p>
            <a:r>
              <a:rPr lang="fr-FR" sz="2000" dirty="0"/>
              <a:t>L'édition d'entrée dans </a:t>
            </a:r>
            <a:r>
              <a:rPr lang="fr-FR" sz="2000" dirty="0" err="1"/>
              <a:t>KeePass</a:t>
            </a:r>
            <a:r>
              <a:rPr lang="fr-FR" sz="2000" dirty="0"/>
              <a:t> permet de modifier les informations enregistrées pour un compte. Vous pouvez ajuster le nom d'utilisateur, le mot de passe, l'URL, et ajouter des notes. De plus, vous pouvez personnaliser les champs et consulter l'historique des modifications.</a:t>
            </a:r>
          </a:p>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4F3F16C6-0605-A478-9AC0-C36B2330FE04}"/>
              </a:ext>
            </a:extLst>
          </p:cNvPr>
          <p:cNvPicPr>
            <a:picLocks noChangeAspect="1"/>
          </p:cNvPicPr>
          <p:nvPr/>
        </p:nvPicPr>
        <p:blipFill>
          <a:blip r:embed="rId4"/>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2C39694F-06A4-601A-9F50-6F823A77FC1D}"/>
              </a:ext>
            </a:extLst>
          </p:cNvPr>
          <p:cNvSpPr>
            <a:spLocks noGrp="1"/>
          </p:cNvSpPr>
          <p:nvPr>
            <p:ph type="title"/>
          </p:nvPr>
        </p:nvSpPr>
        <p:spPr>
          <a:xfrm>
            <a:off x="887240" y="457200"/>
            <a:ext cx="10177000" cy="1000408"/>
          </a:xfrm>
        </p:spPr>
        <p:txBody>
          <a:bodyPr/>
          <a:lstStyle/>
          <a:p>
            <a:br>
              <a:rPr lang="fr-FR" sz="1800" dirty="0"/>
            </a:br>
            <a:r>
              <a:rPr lang="fr-FR" sz="4400" b="1" dirty="0"/>
              <a:t>Édition d'Entrée :</a:t>
            </a:r>
            <a:endParaRPr lang="fr-FR" dirty="0"/>
          </a:p>
        </p:txBody>
      </p:sp>
      <p:sp>
        <p:nvSpPr>
          <p:cNvPr id="2" name="ZoneTexte 1">
            <a:extLst>
              <a:ext uri="{FF2B5EF4-FFF2-40B4-BE49-F238E27FC236}">
                <a16:creationId xmlns:a16="http://schemas.microsoft.com/office/drawing/2014/main" id="{29BA21C5-0B89-E482-8797-A81AC6B8F2A7}"/>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1134645985"/>
      </p:ext>
    </p:extLst>
  </p:cSld>
  <p:clrMapOvr>
    <a:masterClrMapping/>
  </p:clrMapOvr>
</p:sld>
</file>

<file path=ppt/theme/theme1.xml><?xml version="1.0" encoding="utf-8"?>
<a:theme xmlns:a="http://schemas.openxmlformats.org/drawingml/2006/main" name="Personnalisé">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3135354_TF45331398_Win32" id="{C5EE15C2-F5A4-4765-8CC2-D658FE393FBC}" vid="{03207F67-BCF6-498B-8870-4FA7CB04C4B8}"/>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3.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Présentation universelle</Template>
  <TotalTime>582</TotalTime>
  <Words>891</Words>
  <Application>Microsoft Office PowerPoint</Application>
  <PresentationFormat>Grand écran</PresentationFormat>
  <Paragraphs>87</Paragraphs>
  <Slides>19</Slides>
  <Notes>19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19</vt:i4>
      </vt:variant>
    </vt:vector>
  </HeadingPairs>
  <TitlesOfParts>
    <vt:vector size="23" baseType="lpstr">
      <vt:lpstr>Arial</vt:lpstr>
      <vt:lpstr>Calibri</vt:lpstr>
      <vt:lpstr>Tenorite</vt:lpstr>
      <vt:lpstr>Personnalisé</vt:lpstr>
      <vt:lpstr>TP– Synthèse Informer les utilisateurs</vt:lpstr>
      <vt:lpstr> </vt:lpstr>
      <vt:lpstr>I. Cybercafé</vt:lpstr>
      <vt:lpstr>Outil de filtrage recommandé</vt:lpstr>
      <vt:lpstr>Fonctionnement de l'outil :</vt:lpstr>
      <vt:lpstr>Téléchargements illégaux et protection contre les malwares :</vt:lpstr>
      <vt:lpstr>Contrôle des supports USB :</vt:lpstr>
      <vt:lpstr>Outil supplémentaire :</vt:lpstr>
      <vt:lpstr>  </vt:lpstr>
      <vt:lpstr>II. Lycée</vt:lpstr>
      <vt:lpstr>Spécifications des mots de passe :</vt:lpstr>
      <vt:lpstr>Gestion des mots de passe :</vt:lpstr>
      <vt:lpstr>Méthodes de passphrase :</vt:lpstr>
      <vt:lpstr>Manipulations non souhaitables :</vt:lpstr>
      <vt:lpstr>Stratégies de sécurité locales :</vt:lpstr>
      <vt:lpstr>  </vt:lpstr>
      <vt:lpstr>KeePass Password Safe</vt:lpstr>
      <vt:lpstr>Générateur de mots de passe :</vt:lpstr>
      <vt:lpstr> Édition d'Entrée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Nathan CASTRO</dc:creator>
  <cp:lastModifiedBy>Nathan Castro</cp:lastModifiedBy>
  <cp:revision>7</cp:revision>
  <dcterms:created xsi:type="dcterms:W3CDTF">2024-11-15T07:14:39Z</dcterms:created>
  <dcterms:modified xsi:type="dcterms:W3CDTF">2025-01-24T10:53:03Z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