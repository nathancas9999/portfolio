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0"/>
  </p:notesMasterIdLst>
  <p:handoutMasterIdLst>
    <p:handoutMasterId r:id="rId31"/>
  </p:handoutMasterIdLst>
  <p:sldIdLst>
    <p:sldId id="256" r:id="rId5"/>
    <p:sldId id="257" r:id="rId6"/>
    <p:sldId id="286" r:id="rId7"/>
    <p:sldId id="288" r:id="rId8"/>
    <p:sldId id="308" r:id="rId9"/>
    <p:sldId id="307" r:id="rId10"/>
    <p:sldId id="300" r:id="rId11"/>
    <p:sldId id="309" r:id="rId12"/>
    <p:sldId id="301" r:id="rId13"/>
    <p:sldId id="310" r:id="rId14"/>
    <p:sldId id="311" r:id="rId15"/>
    <p:sldId id="303" r:id="rId16"/>
    <p:sldId id="306" r:id="rId17"/>
    <p:sldId id="305" r:id="rId18"/>
    <p:sldId id="304" r:id="rId19"/>
    <p:sldId id="302" r:id="rId20"/>
    <p:sldId id="289" r:id="rId21"/>
    <p:sldId id="297" r:id="rId22"/>
    <p:sldId id="290" r:id="rId23"/>
    <p:sldId id="291" r:id="rId24"/>
    <p:sldId id="292" r:id="rId25"/>
    <p:sldId id="295" r:id="rId26"/>
    <p:sldId id="294" r:id="rId27"/>
    <p:sldId id="298" r:id="rId28"/>
    <p:sldId id="296" r:id="rId29"/>
  </p:sldIdLst>
  <p:sldSz cx="12192000" cy="6858000"/>
  <p:notesSz cx="6858000" cy="9144000"/>
  <p:defaultTextStyle>
    <a:defPPr rtl="0">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eu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46" autoAdjust="0"/>
  </p:normalViewPr>
  <p:slideViewPr>
    <p:cSldViewPr snapToGrid="0">
      <p:cViewPr varScale="1">
        <p:scale>
          <a:sx n="102" d="100"/>
          <a:sy n="102" d="100"/>
        </p:scale>
        <p:origin x="954" y="84"/>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97" d="100"/>
          <a:sy n="97" d="100"/>
        </p:scale>
        <p:origin x="2868"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52A714CA-BB23-4F17-A1E5-A7E59E550005}" type="datetime1">
              <a:rPr lang="fr-FR" smtClean="0"/>
              <a:t>24/03/2025</a:t>
            </a:fld>
            <a:endParaRPr lang="fr-FR" dirty="0"/>
          </a:p>
        </p:txBody>
      </p:sp>
      <p:sp>
        <p:nvSpPr>
          <p:cNvPr id="4" name="Espace réservé du pied de page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5" name="Espace réservé du numéro de diapositive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EAFF3A6F-DEFA-45E0-9496-BEE7C2C6F3D0}" type="slidenum">
              <a:rPr lang="fr-FR" smtClean="0"/>
              <a:t>‹N°›</a:t>
            </a:fld>
            <a:endParaRPr lang="fr-FR"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7D9FD98B-ABAD-47D0-AEF3-E7E088603B18}" type="datetime1">
              <a:rPr lang="fr-FR" smtClean="0"/>
              <a:t>24/03/2025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fr-FR"/>
            </a:defPPr>
          </a:lstStyle>
          <a:p>
            <a:pPr rtl="0"/>
            <a:endParaRPr lang="fr-FR"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F97DC217-DF71-1A49-B3EA-559F1F43B0FF}" type="slidenum">
              <a:rPr lang="fr-FR" smtClean="0"/>
              <a:t>‹N°›</a:t>
            </a:fld>
            <a:endParaRPr lang="fr-FR"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fr-FR" sz="1200" kern="1200">
        <a:solidFill>
          <a:schemeClr val="tx1"/>
        </a:solidFill>
        <a:latin typeface="+mn-lt"/>
        <a:ea typeface="+mn-ea"/>
        <a:cs typeface="+mn-cs"/>
      </a:defRPr>
    </a:lvl1pPr>
    <a:lvl2pPr marL="457200" algn="l" defTabSz="914400" rtl="0" eaLnBrk="1" latinLnBrk="0" hangingPunct="1">
      <a:defRPr lang="fr-FR" sz="1200" kern="1200">
        <a:solidFill>
          <a:schemeClr val="tx1"/>
        </a:solidFill>
        <a:latin typeface="+mn-lt"/>
        <a:ea typeface="+mn-ea"/>
        <a:cs typeface="+mn-cs"/>
      </a:defRPr>
    </a:lvl2pPr>
    <a:lvl3pPr marL="914400" algn="l" defTabSz="914400" rtl="0" eaLnBrk="1" latinLnBrk="0" hangingPunct="1">
      <a:defRPr lang="fr-FR" sz="1200" kern="1200">
        <a:solidFill>
          <a:schemeClr val="tx1"/>
        </a:solidFill>
        <a:latin typeface="+mn-lt"/>
        <a:ea typeface="+mn-ea"/>
        <a:cs typeface="+mn-cs"/>
      </a:defRPr>
    </a:lvl3pPr>
    <a:lvl4pPr marL="1371600" algn="l" defTabSz="914400" rtl="0" eaLnBrk="1" latinLnBrk="0" hangingPunct="1">
      <a:defRPr lang="fr-FR" sz="1200" kern="1200">
        <a:solidFill>
          <a:schemeClr val="tx1"/>
        </a:solidFill>
        <a:latin typeface="+mn-lt"/>
        <a:ea typeface="+mn-ea"/>
        <a:cs typeface="+mn-cs"/>
      </a:defRPr>
    </a:lvl4pPr>
    <a:lvl5pPr marL="1828800" algn="l" defTabSz="914400" rtl="0" eaLnBrk="1" latinLnBrk="0" hangingPunct="1">
      <a:defRPr lang="fr-FR" sz="1200" kern="1200">
        <a:solidFill>
          <a:schemeClr val="tx1"/>
        </a:solidFill>
        <a:latin typeface="+mn-lt"/>
        <a:ea typeface="+mn-ea"/>
        <a:cs typeface="+mn-cs"/>
      </a:defRPr>
    </a:lvl5pPr>
    <a:lvl6pPr marL="2286000" algn="l" defTabSz="914400" rtl="0" eaLnBrk="1" latinLnBrk="0" hangingPunct="1">
      <a:defRPr lang="fr-FR" sz="1200" kern="1200">
        <a:solidFill>
          <a:schemeClr val="tx1"/>
        </a:solidFill>
        <a:latin typeface="+mn-lt"/>
        <a:ea typeface="+mn-ea"/>
        <a:cs typeface="+mn-cs"/>
      </a:defRPr>
    </a:lvl6pPr>
    <a:lvl7pPr marL="2743200" algn="l" defTabSz="914400" rtl="0" eaLnBrk="1" latinLnBrk="0" hangingPunct="1">
      <a:defRPr lang="fr-FR" sz="1200" kern="1200">
        <a:solidFill>
          <a:schemeClr val="tx1"/>
        </a:solidFill>
        <a:latin typeface="+mn-lt"/>
        <a:ea typeface="+mn-ea"/>
        <a:cs typeface="+mn-cs"/>
      </a:defRPr>
    </a:lvl7pPr>
    <a:lvl8pPr marL="3200400" algn="l" defTabSz="914400" rtl="0" eaLnBrk="1" latinLnBrk="0" hangingPunct="1">
      <a:defRPr lang="fr-FR" sz="1200" kern="1200">
        <a:solidFill>
          <a:schemeClr val="tx1"/>
        </a:solidFill>
        <a:latin typeface="+mn-lt"/>
        <a:ea typeface="+mn-ea"/>
        <a:cs typeface="+mn-cs"/>
      </a:defRPr>
    </a:lvl8pPr>
    <a:lvl9pPr marL="3657600" algn="l" defTabSz="914400" rtl="0" eaLnBrk="1" latinLnBrk="0" hangingPunct="1">
      <a:defRPr lang="fr-F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1</a:t>
            </a:fld>
            <a:endParaRPr lang="fr-FR"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a:t>
            </a:fld>
            <a:endParaRPr lang="fr-FR"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3</a:t>
            </a:fld>
            <a:endParaRPr lang="fr-FR"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4</a:t>
            </a:fld>
            <a:endParaRPr lang="fr-FR" dirty="0"/>
          </a:p>
        </p:txBody>
      </p:sp>
    </p:spTree>
    <p:extLst>
      <p:ext uri="{BB962C8B-B14F-4D97-AF65-F5344CB8AC3E}">
        <p14:creationId xmlns:p14="http://schemas.microsoft.com/office/powerpoint/2010/main" val="3862743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2F709-3C14-3A2F-4822-2A2B659C276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349470-CD0F-863E-3BD1-0B327BE76B8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D1182C1D-2A97-189C-BE6B-5AA92A9D3B8C}"/>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FAA12911-CE01-5DCB-B0C6-8DB407AD1695}"/>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5</a:t>
            </a:fld>
            <a:endParaRPr lang="fr-FR" dirty="0"/>
          </a:p>
        </p:txBody>
      </p:sp>
    </p:spTree>
    <p:extLst>
      <p:ext uri="{BB962C8B-B14F-4D97-AF65-F5344CB8AC3E}">
        <p14:creationId xmlns:p14="http://schemas.microsoft.com/office/powerpoint/2010/main" val="3052976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5BBDC-83B7-BAF7-60B4-56EDAB8E1EA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E443A5-EFCA-D569-06D2-6B4502A827C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2C1AE6F2-CF30-62F9-CFEE-1BFA1827528B}"/>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1F721C52-FAA7-FCBE-677F-817626C68D02}"/>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6</a:t>
            </a:fld>
            <a:endParaRPr lang="fr-FR" dirty="0"/>
          </a:p>
        </p:txBody>
      </p:sp>
    </p:spTree>
    <p:extLst>
      <p:ext uri="{BB962C8B-B14F-4D97-AF65-F5344CB8AC3E}">
        <p14:creationId xmlns:p14="http://schemas.microsoft.com/office/powerpoint/2010/main" val="4254129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94C61-3A7B-0233-0AAF-6509E1E14E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63E5A3-7662-556D-D5E4-2022D72328F6}"/>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114C20B-3932-5672-80A3-7FF93F5C26DD}"/>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C72CEECF-CB7B-AE03-3E9D-5C588F9006BD}"/>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7</a:t>
            </a:fld>
            <a:endParaRPr lang="fr-FR" dirty="0"/>
          </a:p>
        </p:txBody>
      </p:sp>
    </p:spTree>
    <p:extLst>
      <p:ext uri="{BB962C8B-B14F-4D97-AF65-F5344CB8AC3E}">
        <p14:creationId xmlns:p14="http://schemas.microsoft.com/office/powerpoint/2010/main" val="4081679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767CB-BFD3-8DCD-78B8-1260605EE89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CE5E0FC-F61D-ABB1-7F88-FCF3BED366CC}"/>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FEB266DD-1A61-5C50-FA78-425678935330}"/>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C03F593D-9DE4-FECA-F00B-B3024657CB69}"/>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8</a:t>
            </a:fld>
            <a:endParaRPr lang="fr-FR" dirty="0"/>
          </a:p>
        </p:txBody>
      </p:sp>
    </p:spTree>
    <p:extLst>
      <p:ext uri="{BB962C8B-B14F-4D97-AF65-F5344CB8AC3E}">
        <p14:creationId xmlns:p14="http://schemas.microsoft.com/office/powerpoint/2010/main" val="2436214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117B-05BA-77FA-C330-3082DB6F33F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2E50D7-CA47-13AF-6432-220DE90514C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1482AB3A-5B43-415D-80DC-EB19AA146B99}"/>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37552B4E-3FDF-7492-85C3-15ED045E7480}"/>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9</a:t>
            </a:fld>
            <a:endParaRPr lang="fr-FR" dirty="0"/>
          </a:p>
        </p:txBody>
      </p:sp>
    </p:spTree>
    <p:extLst>
      <p:ext uri="{BB962C8B-B14F-4D97-AF65-F5344CB8AC3E}">
        <p14:creationId xmlns:p14="http://schemas.microsoft.com/office/powerpoint/2010/main" val="1635526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94657-141D-A5A5-E6DA-5AD9E273D0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77B560-BE4A-68B6-AD99-D6767BBF151C}"/>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8164C87-78F9-5675-0D9C-912E21685133}"/>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24D962DF-B1E4-D188-C660-3850366B5F45}"/>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10</a:t>
            </a:fld>
            <a:endParaRPr lang="fr-FR" dirty="0"/>
          </a:p>
        </p:txBody>
      </p:sp>
    </p:spTree>
    <p:extLst>
      <p:ext uri="{BB962C8B-B14F-4D97-AF65-F5344CB8AC3E}">
        <p14:creationId xmlns:p14="http://schemas.microsoft.com/office/powerpoint/2010/main" val="2957775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256F3-81C5-E5DB-3418-E3D20B10017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B3E2D15-23EA-7172-0319-30625C60BBF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94415DD-D8F0-69B0-13A7-985DB752F044}"/>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F169D444-247B-446F-BC44-2769AE21E963}"/>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11</a:t>
            </a:fld>
            <a:endParaRPr lang="fr-FR" dirty="0"/>
          </a:p>
        </p:txBody>
      </p:sp>
    </p:spTree>
    <p:extLst>
      <p:ext uri="{BB962C8B-B14F-4D97-AF65-F5344CB8AC3E}">
        <p14:creationId xmlns:p14="http://schemas.microsoft.com/office/powerpoint/2010/main" val="1491470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8A44F-42FC-132A-F7CE-996D788AA32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1AEB9F-2C68-0EF4-C5ED-F13EFCD88E5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B411638-3795-1D81-B483-59CC22EFEDA7}"/>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331E15D2-EC62-2E37-6383-55CE17E202B6}"/>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12</a:t>
            </a:fld>
            <a:endParaRPr lang="fr-FR" dirty="0"/>
          </a:p>
        </p:txBody>
      </p:sp>
    </p:spTree>
    <p:extLst>
      <p:ext uri="{BB962C8B-B14F-4D97-AF65-F5344CB8AC3E}">
        <p14:creationId xmlns:p14="http://schemas.microsoft.com/office/powerpoint/2010/main" val="3184289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E363E-D8DA-BF63-15C2-06FE330FE7C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5626D69-7E72-53D3-691A-D8A34BD2E46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55694787-EF4C-5517-1967-3519C14FB7E9}"/>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2C0D4935-4EE4-276F-5CF4-AC101114F1DE}"/>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13</a:t>
            </a:fld>
            <a:endParaRPr lang="fr-FR" dirty="0"/>
          </a:p>
        </p:txBody>
      </p:sp>
    </p:spTree>
    <p:extLst>
      <p:ext uri="{BB962C8B-B14F-4D97-AF65-F5344CB8AC3E}">
        <p14:creationId xmlns:p14="http://schemas.microsoft.com/office/powerpoint/2010/main" val="3325571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45EBB-BB05-8C7A-0DF7-A9B7397823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CEF77C-27B8-0254-877B-56F8F13AA30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20D522E5-BA81-A65F-7ABF-700F6113A435}"/>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70A63DE7-AA30-A392-EFD8-421DBCFECE3B}"/>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14</a:t>
            </a:fld>
            <a:endParaRPr lang="fr-FR" dirty="0"/>
          </a:p>
        </p:txBody>
      </p:sp>
    </p:spTree>
    <p:extLst>
      <p:ext uri="{BB962C8B-B14F-4D97-AF65-F5344CB8AC3E}">
        <p14:creationId xmlns:p14="http://schemas.microsoft.com/office/powerpoint/2010/main" val="38763821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46CE5-41CD-1B07-B291-1964FDEAAC8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5F8A0AB-6BD2-A84C-9558-5627DD1181BD}"/>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2DA50DB-E895-1A54-35BA-FADECC482847}"/>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2DF98344-EC32-8964-2A58-37252F0D9547}"/>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15</a:t>
            </a:fld>
            <a:endParaRPr lang="fr-FR" dirty="0"/>
          </a:p>
        </p:txBody>
      </p:sp>
    </p:spTree>
    <p:extLst>
      <p:ext uri="{BB962C8B-B14F-4D97-AF65-F5344CB8AC3E}">
        <p14:creationId xmlns:p14="http://schemas.microsoft.com/office/powerpoint/2010/main" val="3991972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89EE6-BBDB-E8DE-407D-4E22C25CCC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BC67A9E-9ECD-319E-7C92-B8B55651C61A}"/>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A795E2D-B971-C48A-BD10-91F55C866505}"/>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586D73DA-E9FF-C1AC-B9C4-B60E6FE77578}"/>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16</a:t>
            </a:fld>
            <a:endParaRPr lang="fr-FR" dirty="0"/>
          </a:p>
        </p:txBody>
      </p:sp>
    </p:spTree>
    <p:extLst>
      <p:ext uri="{BB962C8B-B14F-4D97-AF65-F5344CB8AC3E}">
        <p14:creationId xmlns:p14="http://schemas.microsoft.com/office/powerpoint/2010/main" val="2721245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17</a:t>
            </a:fld>
            <a:endParaRPr lang="fr-FR" dirty="0"/>
          </a:p>
        </p:txBody>
      </p:sp>
    </p:spTree>
    <p:extLst>
      <p:ext uri="{BB962C8B-B14F-4D97-AF65-F5344CB8AC3E}">
        <p14:creationId xmlns:p14="http://schemas.microsoft.com/office/powerpoint/2010/main" val="4194793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18</a:t>
            </a:fld>
            <a:endParaRPr lang="fr-FR" dirty="0"/>
          </a:p>
        </p:txBody>
      </p:sp>
    </p:spTree>
    <p:extLst>
      <p:ext uri="{BB962C8B-B14F-4D97-AF65-F5344CB8AC3E}">
        <p14:creationId xmlns:p14="http://schemas.microsoft.com/office/powerpoint/2010/main" val="14251592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19</a:t>
            </a:fld>
            <a:endParaRPr lang="fr-FR" dirty="0"/>
          </a:p>
        </p:txBody>
      </p:sp>
    </p:spTree>
    <p:extLst>
      <p:ext uri="{BB962C8B-B14F-4D97-AF65-F5344CB8AC3E}">
        <p14:creationId xmlns:p14="http://schemas.microsoft.com/office/powerpoint/2010/main" val="1639086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20</a:t>
            </a:fld>
            <a:endParaRPr lang="fr-FR" dirty="0"/>
          </a:p>
        </p:txBody>
      </p:sp>
    </p:spTree>
    <p:extLst>
      <p:ext uri="{BB962C8B-B14F-4D97-AF65-F5344CB8AC3E}">
        <p14:creationId xmlns:p14="http://schemas.microsoft.com/office/powerpoint/2010/main" val="9648444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21</a:t>
            </a:fld>
            <a:endParaRPr lang="fr-FR" dirty="0"/>
          </a:p>
        </p:txBody>
      </p:sp>
    </p:spTree>
    <p:extLst>
      <p:ext uri="{BB962C8B-B14F-4D97-AF65-F5344CB8AC3E}">
        <p14:creationId xmlns:p14="http://schemas.microsoft.com/office/powerpoint/2010/main" val="16168571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22</a:t>
            </a:fld>
            <a:endParaRPr lang="fr-FR" dirty="0"/>
          </a:p>
        </p:txBody>
      </p:sp>
    </p:spTree>
    <p:extLst>
      <p:ext uri="{BB962C8B-B14F-4D97-AF65-F5344CB8AC3E}">
        <p14:creationId xmlns:p14="http://schemas.microsoft.com/office/powerpoint/2010/main" val="2474778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23</a:t>
            </a:fld>
            <a:endParaRPr lang="fr-FR" dirty="0"/>
          </a:p>
        </p:txBody>
      </p:sp>
    </p:spTree>
    <p:extLst>
      <p:ext uri="{BB962C8B-B14F-4D97-AF65-F5344CB8AC3E}">
        <p14:creationId xmlns:p14="http://schemas.microsoft.com/office/powerpoint/2010/main" val="33190867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24</a:t>
            </a:fld>
            <a:endParaRPr lang="fr-FR" dirty="0"/>
          </a:p>
        </p:txBody>
      </p:sp>
    </p:spTree>
    <p:extLst>
      <p:ext uri="{BB962C8B-B14F-4D97-AF65-F5344CB8AC3E}">
        <p14:creationId xmlns:p14="http://schemas.microsoft.com/office/powerpoint/2010/main" val="9658453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25</a:t>
            </a:fld>
            <a:endParaRPr lang="fr-FR"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grpSp>
        <p:nvGrpSpPr>
          <p:cNvPr id="7" name="Groupe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e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11" name="Forme libre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9" name="Forme libre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6" name="Groupe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2" name="Forme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28" name="Forme libre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rtlCol="0" anchor="b">
            <a:noAutofit/>
          </a:bodyPr>
          <a:lstStyle>
            <a:lvl1pPr algn="l">
              <a:defRPr lang="fr-FR" sz="6000" b="1">
                <a:latin typeface="+mj-lt"/>
              </a:defRPr>
            </a:lvl1pPr>
          </a:lstStyle>
          <a:p>
            <a:pPr rtl="0"/>
            <a:r>
              <a:rPr lang="fr-FR"/>
              <a:t>Cliquez pour ajouter un titre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rtlCol="0">
            <a:normAutofit/>
          </a:bodyPr>
          <a:lstStyle>
            <a:lvl1pPr marL="0" indent="0">
              <a:buNone/>
              <a:defRPr lang="fr-FR">
                <a:latin typeface="+mn-lt"/>
              </a:defRPr>
            </a:lvl1pPr>
            <a:lvl2pPr marL="457200" indent="0">
              <a:buNone/>
              <a:defRPr lang="fr-FR">
                <a:latin typeface="+mn-lt"/>
              </a:defRPr>
            </a:lvl2pPr>
            <a:lvl3pPr marL="914400" indent="0">
              <a:buNone/>
              <a:defRPr lang="fr-FR">
                <a:latin typeface="+mn-lt"/>
              </a:defRPr>
            </a:lvl3pPr>
            <a:lvl4pPr marL="1371600" indent="0">
              <a:buNone/>
              <a:defRPr lang="fr-FR">
                <a:latin typeface="+mn-lt"/>
              </a:defRPr>
            </a:lvl4pPr>
            <a:lvl5pPr marL="1828800" indent="0">
              <a:buNone/>
              <a:defRPr lang="fr-FR">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re et image droite">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rtlCol="0" anchor="ctr" anchorCtr="0">
            <a:noAutofit/>
          </a:bodyPr>
          <a:lstStyle>
            <a:lvl1pPr>
              <a:defRPr lang="fr-FR" sz="6000" b="1">
                <a:latin typeface="+mj-lt"/>
              </a:defRPr>
            </a:lvl1pPr>
          </a:lstStyle>
          <a:p>
            <a:pPr rtl="0"/>
            <a:r>
              <a:rPr lang="fr-FR"/>
              <a:t>Cliquez pour ajouter un titre</a:t>
            </a:r>
          </a:p>
        </p:txBody>
      </p:sp>
      <p:sp>
        <p:nvSpPr>
          <p:cNvPr id="15" name="Espace réservé d’image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rtlCol="0"/>
          <a:lstStyle>
            <a:lvl1pPr marL="0" indent="0" algn="ctr">
              <a:buNone/>
              <a:defRPr lang="fr-FR" sz="2000"/>
            </a:lvl1pPr>
          </a:lstStyle>
          <a:p>
            <a:pPr rtl="0"/>
            <a:r>
              <a:rPr lang="fr-FR"/>
              <a:t>Cliquez sur l'icône pour ajouter une image</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re et image de gauche">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rtlCol="0" anchor="b" anchorCtr="0">
            <a:noAutofit/>
          </a:bodyPr>
          <a:lstStyle>
            <a:lvl1pPr>
              <a:defRPr lang="fr-FR" sz="6000" b="1">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rtlCol="0" anchor="t" anchorCtr="0">
            <a:noAutofit/>
          </a:bodyPr>
          <a:lstStyle>
            <a:lvl1pPr marL="0" indent="0" algn="l">
              <a:buNone/>
              <a:defRPr lang="fr-FR" sz="3200">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rtl="0"/>
            <a:r>
              <a:rPr lang="fr-FR"/>
              <a:t>Cliquez pour ajouter un sous-titre</a:t>
            </a:r>
          </a:p>
        </p:txBody>
      </p:sp>
      <p:sp>
        <p:nvSpPr>
          <p:cNvPr id="15" name="Espace réservé d’image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rtlCol="0"/>
          <a:lstStyle>
            <a:lvl1pPr marL="0" indent="0" algn="ctr">
              <a:buNone/>
              <a:defRPr lang="fr-FR" sz="2000"/>
            </a:lvl1pPr>
          </a:lstStyle>
          <a:p>
            <a:pPr rtl="0"/>
            <a:r>
              <a:rPr lang="fr-FR"/>
              <a:t>Cliquez sur l'icône pour ajouter une image</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2">
    <p:bg>
      <p:bgPr>
        <a:solidFill>
          <a:schemeClr val="accent2"/>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12" name="Forme libre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5" name="Forme libre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13" name="Titr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rtlCol="0">
            <a:normAutofit/>
          </a:bodyPr>
          <a:lstStyle>
            <a:lvl1pPr marL="342900" indent="-283464">
              <a:spcBef>
                <a:spcPts val="1000"/>
              </a:spcBef>
              <a:buFont typeface="Arial" panose="020B0604020202020204" pitchFamily="34" charset="0"/>
              <a:buChar char="•"/>
              <a:defRPr lang="fr-FR" sz="2000">
                <a:solidFill>
                  <a:schemeClr val="bg1"/>
                </a:solidFill>
                <a:latin typeface="+mn-lt"/>
              </a:defRPr>
            </a:lvl1pPr>
            <a:lvl2pPr marL="566928" indent="-283464">
              <a:spcBef>
                <a:spcPts val="1000"/>
              </a:spcBef>
              <a:buFont typeface="Arial" panose="020B0604020202020204" pitchFamily="34" charset="0"/>
              <a:buChar char="•"/>
              <a:defRPr lang="fr-FR" sz="2000">
                <a:solidFill>
                  <a:schemeClr val="bg1"/>
                </a:solidFill>
                <a:latin typeface="+mn-lt"/>
              </a:defRPr>
            </a:lvl2pPr>
            <a:lvl3pPr marL="850392" indent="-283464">
              <a:spcBef>
                <a:spcPts val="1000"/>
              </a:spcBef>
              <a:buFont typeface="Arial" panose="020B0604020202020204" pitchFamily="34" charset="0"/>
              <a:buChar char="•"/>
              <a:defRPr lang="fr-FR" sz="2000">
                <a:solidFill>
                  <a:schemeClr val="bg1"/>
                </a:solidFill>
                <a:latin typeface="+mn-lt"/>
              </a:defRPr>
            </a:lvl3pPr>
            <a:lvl4pPr marL="1097280" indent="-283464">
              <a:spcBef>
                <a:spcPts val="1000"/>
              </a:spcBef>
              <a:buFont typeface="Arial" panose="020B0604020202020204" pitchFamily="34" charset="0"/>
              <a:buChar char="•"/>
              <a:defRPr lang="fr-FR" sz="2000">
                <a:solidFill>
                  <a:schemeClr val="bg1"/>
                </a:solidFill>
                <a:latin typeface="+mn-lt"/>
              </a:defRPr>
            </a:lvl4pPr>
            <a:lvl5pPr marL="1371600" indent="-283464">
              <a:spcBef>
                <a:spcPts val="1000"/>
              </a:spcBef>
              <a:buFont typeface="Arial" panose="020B0604020202020204" pitchFamily="34" charset="0"/>
              <a:buChar char="•"/>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lang="fr-FR">
                <a:solidFill>
                  <a:schemeClr val="accent2"/>
                </a:solidFill>
                <a:latin typeface="+mn-lt"/>
              </a:defRPr>
            </a:lvl1pPr>
          </a:lstStyle>
          <a:p>
            <a:pPr rtl="0"/>
            <a:r>
              <a:rPr lang="fr-FR"/>
              <a:t>08/09/20XX</a:t>
            </a:r>
          </a:p>
        </p:txBody>
      </p:sp>
      <p:sp>
        <p:nvSpPr>
          <p:cNvPr id="5" name="Espace réservé du pied de page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lang="fr-FR">
                <a:solidFill>
                  <a:schemeClr val="accent2"/>
                </a:solidFill>
                <a:latin typeface="+mn-lt"/>
              </a:defRPr>
            </a:lvl1pPr>
          </a:lstStyle>
          <a:p>
            <a:pPr rtl="0"/>
            <a:endParaRPr lang="fr-FR" dirty="0"/>
          </a:p>
        </p:txBody>
      </p:sp>
      <p:sp>
        <p:nvSpPr>
          <p:cNvPr id="6" name="Espace réservé du numéro de diapositive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lang="fr-FR">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re de la section">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orme libre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6" name="Groupe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17" name="Forme libre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8" name="Forme libre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rtlCol="0" anchor="b">
            <a:noAutofit/>
          </a:bodyPr>
          <a:lstStyle>
            <a:lvl1pPr algn="l">
              <a:defRPr lang="fr-FR" sz="6000" b="1">
                <a:solidFill>
                  <a:schemeClr val="bg1"/>
                </a:solidFill>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rtlCol="0" anchor="ctr" anchorCtr="0">
            <a:noAutofit/>
          </a:bodyPr>
          <a:lstStyle>
            <a:lvl1pPr marL="0" indent="0" algn="l">
              <a:buNone/>
              <a:defRPr lang="fr-FR" sz="3200">
                <a:solidFill>
                  <a:schemeClr val="bg1"/>
                </a:solidFill>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rtl="0"/>
            <a:r>
              <a:rPr lang="fr-FR"/>
              <a:t>Cliquez pour ajouter un sous-titre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et contenu de 2 colonnes">
    <p:spTree>
      <p:nvGrpSpPr>
        <p:cNvPr id="1" name=""/>
        <p:cNvGrpSpPr/>
        <p:nvPr/>
      </p:nvGrpSpPr>
      <p:grpSpPr>
        <a:xfrm>
          <a:off x="0" y="0"/>
          <a:ext cx="0" cy="0"/>
          <a:chOff x="0" y="0"/>
          <a:chExt cx="0" cy="0"/>
        </a:xfrm>
      </p:grpSpPr>
      <p:grpSp>
        <p:nvGrpSpPr>
          <p:cNvPr id="16" name="Groupe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6" name="Forme libre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rtlCol="0">
            <a:normAutofit/>
          </a:bodyPr>
          <a:lstStyle>
            <a:lvl1pPr marL="0" indent="0">
              <a:spcBef>
                <a:spcPts val="1000"/>
              </a:spcBef>
              <a:buFont typeface="Arial" panose="020B0604020202020204" pitchFamily="34" charset="0"/>
              <a:buNone/>
              <a:defRPr lang="fr-FR" sz="2000">
                <a:latin typeface="+mn-lt"/>
              </a:defRPr>
            </a:lvl1pPr>
            <a:lvl2pPr marL="283464" indent="-283464">
              <a:spcBef>
                <a:spcPts val="1000"/>
              </a:spcBef>
              <a:buFont typeface="Arial" panose="020B0604020202020204" pitchFamily="34" charset="0"/>
              <a:buChar char="•"/>
              <a:defRPr lang="fr-FR" sz="2000">
                <a:latin typeface="+mn-lt"/>
              </a:defRPr>
            </a:lvl2pPr>
            <a:lvl3pPr marL="566928" indent="-283464">
              <a:spcBef>
                <a:spcPts val="1000"/>
              </a:spcBef>
              <a:buFont typeface="Arial" panose="020B0604020202020204" pitchFamily="34" charset="0"/>
              <a:buChar char="•"/>
              <a:defRPr lang="fr-FR" sz="2000">
                <a:latin typeface="+mn-lt"/>
              </a:defRPr>
            </a:lvl3pPr>
            <a:lvl4pPr marL="850392" indent="-283464">
              <a:spcBef>
                <a:spcPts val="1000"/>
              </a:spcBef>
              <a:buFont typeface="Arial" panose="020B0604020202020204" pitchFamily="34" charset="0"/>
              <a:buChar char="•"/>
              <a:defRPr lang="fr-FR" sz="2000">
                <a:latin typeface="+mn-lt"/>
              </a:defRPr>
            </a:lvl4pPr>
            <a:lvl5pPr marL="1133856" indent="-283464">
              <a:spcBef>
                <a:spcPts val="1000"/>
              </a:spcBef>
              <a:buFont typeface="Arial" panose="020B0604020202020204" pitchFamily="34" charset="0"/>
              <a:buChar char="•"/>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3" name="Espace réservé du contenu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fr-FR" sz="2000">
                <a:latin typeface="+mn-lt"/>
              </a:defRPr>
            </a:lvl1pPr>
            <a:lvl2pPr marL="283464" indent="-283464">
              <a:spcBef>
                <a:spcPts val="1000"/>
              </a:spcBef>
              <a:buFont typeface="Arial" panose="020B0604020202020204" pitchFamily="34" charset="0"/>
              <a:buChar char="•"/>
              <a:defRPr lang="fr-FR" sz="2000">
                <a:latin typeface="+mn-lt"/>
              </a:defRPr>
            </a:lvl2pPr>
            <a:lvl3pPr marL="566928" indent="-283464">
              <a:spcBef>
                <a:spcPts val="1000"/>
              </a:spcBef>
              <a:buFont typeface="Arial" panose="020B0604020202020204" pitchFamily="34" charset="0"/>
              <a:buChar char="•"/>
              <a:defRPr lang="fr-FR" sz="2000">
                <a:latin typeface="+mn-lt"/>
              </a:defRPr>
            </a:lvl3pPr>
            <a:lvl4pPr marL="850392" indent="-283464">
              <a:spcBef>
                <a:spcPts val="1000"/>
              </a:spcBef>
              <a:buFont typeface="Arial" panose="020B0604020202020204" pitchFamily="34" charset="0"/>
              <a:buChar char="•"/>
              <a:defRPr lang="fr-FR" sz="2000">
                <a:latin typeface="+mn-lt"/>
              </a:defRPr>
            </a:lvl4pPr>
            <a:lvl5pPr marL="1133856" indent="-283464">
              <a:spcBef>
                <a:spcPts val="1000"/>
              </a:spcBef>
              <a:buFont typeface="Arial" panose="020B0604020202020204" pitchFamily="34" charset="0"/>
              <a:buChar char="•"/>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et 2 contenus">
    <p:bg>
      <p:bgPr>
        <a:solidFill>
          <a:schemeClr val="accent1"/>
        </a:solidFill>
        <a:effectLst/>
      </p:bgPr>
    </p:bg>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orme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rtlCol="0" anchor="b">
            <a:noAutofit/>
          </a:bodyPr>
          <a:lstStyle>
            <a:lvl1pPr>
              <a:defRPr lang="fr-FR" sz="4200" b="1">
                <a:solidFill>
                  <a:schemeClr val="bg1"/>
                </a:solidFill>
                <a:latin typeface="+mj-lt"/>
              </a:defRPr>
            </a:lvl1pPr>
          </a:lstStyle>
          <a:p>
            <a:pPr rtl="0"/>
            <a:r>
              <a:rPr lang="fr-FR"/>
              <a:t>Cliquez pour ajouter un titre</a:t>
            </a:r>
          </a:p>
        </p:txBody>
      </p:sp>
      <p:sp>
        <p:nvSpPr>
          <p:cNvPr id="14" name="Espace réservé du contenu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rtlCol="0">
            <a:normAutofit/>
          </a:bodyPr>
          <a:lstStyle>
            <a:lvl1pPr marL="530352" indent="-530352">
              <a:spcBef>
                <a:spcPts val="1000"/>
              </a:spcBef>
              <a:buFont typeface="+mj-lt"/>
              <a:buAutoNum type="arabicPeriod"/>
              <a:defRPr lang="fr-FR" sz="2000">
                <a:solidFill>
                  <a:schemeClr val="bg1"/>
                </a:solidFill>
                <a:latin typeface="+mn-lt"/>
              </a:defRPr>
            </a:lvl1pPr>
            <a:lvl2pPr marL="1097280" indent="-530352">
              <a:spcBef>
                <a:spcPts val="1000"/>
              </a:spcBef>
              <a:buFont typeface="+mj-lt"/>
              <a:buAutoNum type="alphaLcPeriod"/>
              <a:defRPr lang="fr-FR" sz="2000">
                <a:solidFill>
                  <a:schemeClr val="bg1"/>
                </a:solidFill>
                <a:latin typeface="+mn-lt"/>
              </a:defRPr>
            </a:lvl2pPr>
            <a:lvl3pPr marL="1645920" indent="-530352">
              <a:spcBef>
                <a:spcPts val="1000"/>
              </a:spcBef>
              <a:buFont typeface="+mj-lt"/>
              <a:buAutoNum type="arabicParenR"/>
              <a:defRPr lang="fr-FR" sz="2000">
                <a:solidFill>
                  <a:schemeClr val="bg1"/>
                </a:solidFill>
                <a:latin typeface="+mn-lt"/>
              </a:defRPr>
            </a:lvl3pPr>
            <a:lvl4pPr marL="1920240" indent="-530352">
              <a:spcBef>
                <a:spcPts val="1000"/>
              </a:spcBef>
              <a:buFont typeface="+mj-lt"/>
              <a:buAutoNum type="alphaLcParenR"/>
              <a:defRPr lang="fr-FR" sz="2000">
                <a:solidFill>
                  <a:schemeClr val="bg1"/>
                </a:solidFill>
                <a:latin typeface="+mn-lt"/>
              </a:defRPr>
            </a:lvl4pPr>
            <a:lvl5pPr marL="2560320" indent="-514350">
              <a:spcBef>
                <a:spcPts val="1000"/>
              </a:spcBef>
              <a:buFont typeface="+mj-lt"/>
              <a:buAutoNum type="romanLcPeriod"/>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9" name="Espace réservé du contenu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fr-FR" sz="2000">
                <a:solidFill>
                  <a:schemeClr val="bg1"/>
                </a:solidFill>
                <a:latin typeface="+mn-lt"/>
              </a:defRPr>
            </a:lvl1pPr>
            <a:lvl2pPr marL="283464" indent="-283464">
              <a:spcBef>
                <a:spcPts val="1000"/>
              </a:spcBef>
              <a:buFont typeface="Arial" panose="020B0604020202020204" pitchFamily="34" charset="0"/>
              <a:buChar char="•"/>
              <a:defRPr lang="fr-FR" sz="2000">
                <a:solidFill>
                  <a:schemeClr val="bg1"/>
                </a:solidFill>
                <a:latin typeface="+mn-lt"/>
              </a:defRPr>
            </a:lvl2pPr>
            <a:lvl3pPr marL="566928" indent="-283464">
              <a:spcBef>
                <a:spcPts val="1000"/>
              </a:spcBef>
              <a:buFont typeface="Arial" panose="020B0604020202020204" pitchFamily="34" charset="0"/>
              <a:buChar char="•"/>
              <a:defRPr lang="fr-FR" sz="2000">
                <a:solidFill>
                  <a:schemeClr val="bg1"/>
                </a:solidFill>
                <a:latin typeface="+mn-lt"/>
              </a:defRPr>
            </a:lvl3pPr>
            <a:lvl4pPr marL="850392" indent="-283464">
              <a:spcBef>
                <a:spcPts val="1000"/>
              </a:spcBef>
              <a:buFont typeface="Arial" panose="020B0604020202020204" pitchFamily="34" charset="0"/>
              <a:buChar char="•"/>
              <a:defRPr lang="fr-FR" sz="2000">
                <a:solidFill>
                  <a:schemeClr val="bg1"/>
                </a:solidFill>
                <a:latin typeface="+mn-lt"/>
              </a:defRPr>
            </a:lvl4pPr>
            <a:lvl5pPr marL="1133856" indent="-283464">
              <a:spcBef>
                <a:spcPts val="1000"/>
              </a:spcBef>
              <a:buFont typeface="Arial" panose="020B0604020202020204" pitchFamily="34" charset="0"/>
              <a:buChar char="•"/>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2"/>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re et contenu et image 1">
    <p:bg>
      <p:bgPr>
        <a:solidFill>
          <a:schemeClr val="accent2"/>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12" name="Forme libre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13" name="Titr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rtlCol="0" anchor="b">
            <a:noAutofit/>
          </a:bodyPr>
          <a:lstStyle>
            <a:lvl1pPr>
              <a:defRPr lang="fr-FR" sz="4200" b="1">
                <a:latin typeface="+mj-lt"/>
              </a:defRPr>
            </a:lvl1pPr>
          </a:lstStyle>
          <a:p>
            <a:pPr rtl="0"/>
            <a:r>
              <a:rPr lang="fr-FR"/>
              <a:t>Cliquez pour ajouter un titre</a:t>
            </a:r>
          </a:p>
        </p:txBody>
      </p:sp>
      <p:sp>
        <p:nvSpPr>
          <p:cNvPr id="10" name="Espace réservé du contenu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rtlCol="0">
            <a:normAutofit/>
          </a:bodyPr>
          <a:lstStyle>
            <a:lvl1pPr marL="0" indent="0">
              <a:spcBef>
                <a:spcPts val="1000"/>
              </a:spcBef>
              <a:buFont typeface="Arial" panose="020B0604020202020204" pitchFamily="34" charset="0"/>
              <a:buNone/>
              <a:defRPr lang="fr-FR" sz="2000">
                <a:solidFill>
                  <a:schemeClr val="bg1"/>
                </a:solidFill>
                <a:latin typeface="+mn-lt"/>
              </a:defRPr>
            </a:lvl1pPr>
            <a:lvl2pPr marL="283464" indent="-283464">
              <a:spcBef>
                <a:spcPts val="1000"/>
              </a:spcBef>
              <a:buFont typeface="Arial" panose="020B0604020202020204" pitchFamily="34" charset="0"/>
              <a:buChar char="•"/>
              <a:defRPr lang="fr-FR" sz="2000">
                <a:solidFill>
                  <a:schemeClr val="bg1"/>
                </a:solidFill>
                <a:latin typeface="+mn-lt"/>
              </a:defRPr>
            </a:lvl2pPr>
            <a:lvl3pPr marL="566928" indent="-283464">
              <a:spcBef>
                <a:spcPts val="1000"/>
              </a:spcBef>
              <a:buFont typeface="Arial" panose="020B0604020202020204" pitchFamily="34" charset="0"/>
              <a:buChar char="•"/>
              <a:defRPr lang="fr-FR" sz="2000">
                <a:solidFill>
                  <a:schemeClr val="bg1"/>
                </a:solidFill>
                <a:latin typeface="+mn-lt"/>
              </a:defRPr>
            </a:lvl3pPr>
            <a:lvl4pPr marL="850392" indent="-283464">
              <a:spcBef>
                <a:spcPts val="1000"/>
              </a:spcBef>
              <a:buFont typeface="Arial" panose="020B0604020202020204" pitchFamily="34" charset="0"/>
              <a:buChar char="•"/>
              <a:defRPr lang="fr-FR" sz="2000">
                <a:solidFill>
                  <a:schemeClr val="bg1"/>
                </a:solidFill>
                <a:latin typeface="+mn-lt"/>
              </a:defRPr>
            </a:lvl4pPr>
            <a:lvl5pPr marL="1133856" indent="-283464">
              <a:spcBef>
                <a:spcPts val="1000"/>
              </a:spcBef>
              <a:buFont typeface="Arial" panose="020B0604020202020204" pitchFamily="34" charset="0"/>
              <a:buChar char="•"/>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8" name="Espace réservé d’image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rtlCol="0"/>
          <a:lstStyle>
            <a:lvl1pPr marL="0" indent="0" algn="ctr">
              <a:buNone/>
              <a:defRPr lang="fr-FR" sz="2000"/>
            </a:lvl1pPr>
          </a:lstStyle>
          <a:p>
            <a:pPr rtl="0"/>
            <a:r>
              <a:rPr lang="fr-FR"/>
              <a:t>Cliquez sur l'icône pour ajouter une image</a:t>
            </a:r>
          </a:p>
        </p:txBody>
      </p:sp>
      <p:sp>
        <p:nvSpPr>
          <p:cNvPr id="4" name="Espace réservé de la date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lang="fr-FR">
                <a:solidFill>
                  <a:schemeClr val="accent2"/>
                </a:solidFill>
                <a:latin typeface="+mn-lt"/>
              </a:defRPr>
            </a:lvl1pPr>
          </a:lstStyle>
          <a:p>
            <a:pPr rtl="0"/>
            <a:r>
              <a:rPr lang="fr-FR"/>
              <a:t>08/09/20XX</a:t>
            </a:r>
          </a:p>
        </p:txBody>
      </p:sp>
      <p:sp>
        <p:nvSpPr>
          <p:cNvPr id="5" name="Espace réservé du pied de page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lang="fr-FR">
                <a:solidFill>
                  <a:schemeClr val="accent2"/>
                </a:solidFill>
                <a:latin typeface="+mn-lt"/>
              </a:defRPr>
            </a:lvl1pPr>
          </a:lstStyle>
          <a:p>
            <a:pPr rtl="0"/>
            <a:endParaRPr lang="fr-FR" dirty="0"/>
          </a:p>
        </p:txBody>
      </p:sp>
      <p:sp>
        <p:nvSpPr>
          <p:cNvPr id="6" name="Espace réservé du numéro de diapositive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lang="fr-FR">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orme libre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rtlCol="0" anchor="b">
            <a:noAutofit/>
          </a:bodyPr>
          <a:lstStyle>
            <a:lvl1pPr>
              <a:defRPr lang="fr-FR" sz="4200" b="1">
                <a:latin typeface="+mj-lt"/>
              </a:defRPr>
            </a:lvl1pPr>
          </a:lstStyle>
          <a:p>
            <a:pPr rtl="0"/>
            <a:r>
              <a:rPr lang="fr-FR"/>
              <a:t>Cliquez pour ajouter un titre</a:t>
            </a:r>
          </a:p>
        </p:txBody>
      </p:sp>
      <p:sp>
        <p:nvSpPr>
          <p:cNvPr id="4" name="Espace réservé du contenu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rtlCol="0">
            <a:noAutofit/>
          </a:bodyPr>
          <a:lstStyle>
            <a:lvl1pPr marL="0" indent="0">
              <a:buNone/>
              <a:defRPr lang="fr-FR" sz="2000">
                <a:latin typeface="+mn-lt"/>
              </a:defRPr>
            </a:lvl1pPr>
            <a:lvl2pPr marL="457200" indent="0">
              <a:buNone/>
              <a:defRPr lang="fr-FR" sz="2000">
                <a:latin typeface="+mn-lt"/>
              </a:defRPr>
            </a:lvl2pPr>
            <a:lvl3pPr marL="914400" indent="0">
              <a:buNone/>
              <a:defRPr lang="fr-FR" sz="2000">
                <a:latin typeface="+mn-lt"/>
              </a:defRPr>
            </a:lvl3pPr>
            <a:lvl4pPr marL="1371600" indent="0">
              <a:buNone/>
              <a:defRPr lang="fr-FR" sz="2000">
                <a:latin typeface="+mn-lt"/>
              </a:defRPr>
            </a:lvl4pPr>
            <a:lvl5pPr marL="1828800" indent="0">
              <a:buNone/>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rtlCol="0">
            <a:noAutofit/>
          </a:bodyPr>
          <a:lstStyle>
            <a:lvl1pPr marL="0" indent="0">
              <a:buNone/>
              <a:defRPr lang="fr-FR">
                <a:latin typeface="+mn-lt"/>
              </a:defRPr>
            </a:lvl1pPr>
            <a:lvl2pPr marL="457200" indent="0">
              <a:buNone/>
              <a:defRPr lang="fr-FR">
                <a:latin typeface="+mn-lt"/>
              </a:defRPr>
            </a:lvl2pPr>
            <a:lvl3pPr marL="914400" indent="0">
              <a:buNone/>
              <a:defRPr lang="fr-FR">
                <a:latin typeface="+mn-lt"/>
              </a:defRPr>
            </a:lvl3pPr>
            <a:lvl4pPr marL="1371600" indent="0">
              <a:buNone/>
              <a:defRPr lang="fr-FR">
                <a:latin typeface="+mn-lt"/>
              </a:defRPr>
            </a:lvl4pPr>
            <a:lvl5pPr marL="1828800" indent="0">
              <a:buNone/>
              <a:defRPr lang="fr-FR">
                <a:latin typeface="+mn-lt"/>
              </a:defRPr>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re et contenu et image 2">
    <p:spTree>
      <p:nvGrpSpPr>
        <p:cNvPr id="1" name=""/>
        <p:cNvGrpSpPr/>
        <p:nvPr/>
      </p:nvGrpSpPr>
      <p:grpSpPr>
        <a:xfrm>
          <a:off x="0" y="0"/>
          <a:ext cx="0" cy="0"/>
          <a:chOff x="0" y="0"/>
          <a:chExt cx="0" cy="0"/>
        </a:xfrm>
      </p:grpSpPr>
      <p:grpSp>
        <p:nvGrpSpPr>
          <p:cNvPr id="14" name="Groupe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orme libre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nvGrpSpPr>
            <p:cNvPr id="9" name="Groupe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rtlCol="0" anchor="b">
            <a:noAutofit/>
          </a:bodyPr>
          <a:lstStyle>
            <a:lvl1pPr>
              <a:defRPr lang="fr-FR" sz="4200" b="1">
                <a:latin typeface="+mj-lt"/>
              </a:defRPr>
            </a:lvl1pPr>
          </a:lstStyle>
          <a:p>
            <a:pPr rtl="0"/>
            <a:r>
              <a:rPr lang="fr-FR"/>
              <a:t>Cliquez pour ajouter un titre</a:t>
            </a:r>
          </a:p>
        </p:txBody>
      </p:sp>
      <p:sp>
        <p:nvSpPr>
          <p:cNvPr id="15" name="Espace réservé du contenu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rtlCol="0" anchor="ctr" anchorCtr="0">
            <a:noAutofit/>
          </a:bodyPr>
          <a:lstStyle>
            <a:lvl1pPr marL="0" indent="0" algn="ctr">
              <a:buFont typeface="Arial" panose="020B0604020202020204" pitchFamily="34" charset="0"/>
              <a:buNone/>
              <a:defRPr lang="fr-FR" sz="2000">
                <a:latin typeface="+mn-lt"/>
              </a:defRPr>
            </a:lvl1pPr>
            <a:lvl2pPr marL="347663" indent="0" algn="ctr">
              <a:buFont typeface="Arial" panose="020B0604020202020204" pitchFamily="34" charset="0"/>
              <a:buNone/>
              <a:defRPr lang="fr-FR" sz="2000">
                <a:latin typeface="+mn-lt"/>
              </a:defRPr>
            </a:lvl2pPr>
            <a:lvl3pPr marL="685800" indent="0" algn="ctr">
              <a:buFont typeface="Arial" panose="020B0604020202020204" pitchFamily="34" charset="0"/>
              <a:buNone/>
              <a:defRPr lang="fr-FR" sz="2000">
                <a:latin typeface="+mn-lt"/>
              </a:defRPr>
            </a:lvl3pPr>
            <a:lvl4pPr marL="914400" indent="0" algn="ctr">
              <a:buFont typeface="Arial" panose="020B0604020202020204" pitchFamily="34" charset="0"/>
              <a:buNone/>
              <a:defRPr lang="fr-FR" sz="2000">
                <a:latin typeface="+mn-lt"/>
              </a:defRPr>
            </a:lvl4pPr>
            <a:lvl5pPr marL="1143000" indent="0" algn="ctr">
              <a:buFont typeface="Arial" panose="020B0604020202020204" pitchFamily="34" charset="0"/>
              <a:buNone/>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lang="fr-FR" sz="1200">
                <a:solidFill>
                  <a:schemeClr val="accent2"/>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3"/>
                </a:solidFill>
                <a:latin typeface="+mn-lt"/>
              </a:defRPr>
            </a:lvl1pPr>
          </a:lstStyle>
          <a:p>
            <a:pPr rtl="0"/>
            <a:fld id="{294A09A9-5501-47C1-A89A-A340965A2BE2}" type="slidenum">
              <a:rPr lang="fr-FR" smtClean="0"/>
              <a:pPr/>
              <a:t>‹N°›</a:t>
            </a:fld>
            <a:endParaRPr lang="fr-FR" dirty="0"/>
          </a:p>
        </p:txBody>
      </p:sp>
      <p:sp>
        <p:nvSpPr>
          <p:cNvPr id="3" name="Espace réservé du contenu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rtlCol="0">
            <a:normAutofit/>
          </a:bodyPr>
          <a:lstStyle>
            <a:lvl1pPr marL="283464" indent="-283464">
              <a:spcBef>
                <a:spcPts val="1000"/>
              </a:spcBef>
              <a:buFont typeface="Arial" panose="020B0604020202020204" pitchFamily="34" charset="0"/>
              <a:buChar char="•"/>
              <a:defRPr lang="fr-FR" sz="2000">
                <a:solidFill>
                  <a:schemeClr val="tx1"/>
                </a:solidFill>
                <a:latin typeface="+mn-lt"/>
              </a:defRPr>
            </a:lvl1pPr>
            <a:lvl2pPr marL="566928" indent="-283464">
              <a:spcBef>
                <a:spcPts val="1000"/>
              </a:spcBef>
              <a:buFont typeface="Arial" panose="020B0604020202020204" pitchFamily="34" charset="0"/>
              <a:buChar char="•"/>
              <a:defRPr lang="fr-FR" sz="2000">
                <a:solidFill>
                  <a:schemeClr val="tx1"/>
                </a:solidFill>
                <a:latin typeface="+mn-lt"/>
              </a:defRPr>
            </a:lvl2pPr>
            <a:lvl3pPr marL="850392" indent="-283464">
              <a:spcBef>
                <a:spcPts val="1000"/>
              </a:spcBef>
              <a:buFont typeface="Arial" panose="020B0604020202020204" pitchFamily="34" charset="0"/>
              <a:buChar char="•"/>
              <a:defRPr lang="fr-FR" sz="2000">
                <a:solidFill>
                  <a:schemeClr val="tx1"/>
                </a:solidFill>
                <a:latin typeface="+mn-lt"/>
              </a:defRPr>
            </a:lvl3pPr>
            <a:lvl4pPr marL="1133856" indent="-283464">
              <a:spcBef>
                <a:spcPts val="1000"/>
              </a:spcBef>
              <a:buFont typeface="Arial" panose="020B0604020202020204" pitchFamily="34" charset="0"/>
              <a:buChar char="•"/>
              <a:defRPr lang="fr-FR" sz="2000">
                <a:solidFill>
                  <a:schemeClr val="tx1"/>
                </a:solidFill>
                <a:latin typeface="+mn-lt"/>
              </a:defRPr>
            </a:lvl4pPr>
            <a:lvl5pPr marL="1463040" indent="-283464">
              <a:spcBef>
                <a:spcPts val="1000"/>
              </a:spcBef>
              <a:buFont typeface="Arial" panose="020B0604020202020204" pitchFamily="34" charset="0"/>
              <a:buChar char="•"/>
              <a:defRPr lang="fr-FR" sz="2000">
                <a:solidFill>
                  <a:schemeClr val="tx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Graphique ">
    <p:bg>
      <p:bgPr>
        <a:solidFill>
          <a:schemeClr val="accent2"/>
        </a:solidFill>
        <a:effectLst/>
      </p:bgPr>
    </p:bg>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orme libre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rtlCol="0">
            <a:noAutofit/>
          </a:bodyPr>
          <a:lstStyle>
            <a:lvl1pPr marL="0" indent="0">
              <a:buNone/>
              <a:defRPr lang="fr-FR">
                <a:latin typeface="+mn-lt"/>
              </a:defRPr>
            </a:lvl1pPr>
            <a:lvl2pPr marL="457200" indent="0">
              <a:buNone/>
              <a:defRPr lang="fr-FR">
                <a:latin typeface="+mn-lt"/>
              </a:defRPr>
            </a:lvl2pPr>
            <a:lvl3pPr marL="914400" indent="0">
              <a:buNone/>
              <a:defRPr lang="fr-FR">
                <a:latin typeface="+mn-lt"/>
              </a:defRPr>
            </a:lvl3pPr>
            <a:lvl4pPr marL="1371600" indent="0">
              <a:buNone/>
              <a:defRPr lang="fr-FR">
                <a:latin typeface="+mn-lt"/>
              </a:defRPr>
            </a:lvl4pPr>
            <a:lvl5pPr marL="1828800" indent="0">
              <a:buNone/>
              <a:defRPr lang="fr-FR">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e de fin">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grpSp>
          <p:nvGrpSpPr>
            <p:cNvPr id="6" name="Groupe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2" name="Forme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7" name="Forme libre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rtlCol="0" anchor="b">
            <a:noAutofit/>
          </a:bodyPr>
          <a:lstStyle>
            <a:lvl1pPr algn="l">
              <a:defRPr lang="fr-FR" sz="6000" b="1">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rtlCol="0" anchor="t" anchorCtr="0">
            <a:normAutofit/>
          </a:bodyPr>
          <a:lstStyle>
            <a:lvl1pPr marL="0" indent="0" algn="l">
              <a:buNone/>
              <a:defRPr lang="fr-FR" sz="2800">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defPPr>
              <a:defRPr lang="fr-FR"/>
            </a:defPPr>
          </a:lstStyle>
          <a:p>
            <a:pPr rtl="0"/>
            <a:r>
              <a:rPr lang="fr-FR"/>
              <a:t>Modifiez le style du titre</a:t>
            </a:r>
          </a:p>
        </p:txBody>
      </p:sp>
      <p:sp>
        <p:nvSpPr>
          <p:cNvPr id="3" name="Espace réservé du texte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tx2"/>
                </a:solidFill>
                <a:latin typeface="+mn-lt"/>
              </a:defRPr>
            </a:lvl1pPr>
          </a:lstStyle>
          <a:p>
            <a:pPr rtl="0"/>
            <a:r>
              <a:rPr lang="fr-FR"/>
              <a:t>08/09/20XX</a:t>
            </a:r>
          </a:p>
        </p:txBody>
      </p:sp>
      <p:sp>
        <p:nvSpPr>
          <p:cNvPr id="5" name="Espace réservé du pied de page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tx2"/>
                </a:solidFill>
                <a:latin typeface="+mn-lt"/>
              </a:defRPr>
            </a:lvl1pPr>
          </a:lstStyle>
          <a:p>
            <a:pPr rtl="0"/>
            <a:endParaRPr lang="fr-FR" dirty="0"/>
          </a:p>
        </p:txBody>
      </p:sp>
      <p:sp>
        <p:nvSpPr>
          <p:cNvPr id="6" name="Espace réservé du numéro de diapositive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lang="fr-FR" sz="1200">
                <a:solidFill>
                  <a:schemeClr val="tx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lang="fr-F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fr-F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fr-F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fr-F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DF3D98-3C30-4CFC-8643-C81E829C8C25}"/>
              </a:ext>
            </a:extLst>
          </p:cNvPr>
          <p:cNvSpPr>
            <a:spLocks noGrp="1"/>
          </p:cNvSpPr>
          <p:nvPr>
            <p:ph type="ctrTitle"/>
          </p:nvPr>
        </p:nvSpPr>
        <p:spPr>
          <a:xfrm>
            <a:off x="814811" y="232913"/>
            <a:ext cx="7449615" cy="3830130"/>
          </a:xfrm>
        </p:spPr>
        <p:txBody>
          <a:bodyPr rtlCol="0"/>
          <a:lstStyle>
            <a:defPPr>
              <a:defRPr lang="fr-FR"/>
            </a:defPPr>
          </a:lstStyle>
          <a:p>
            <a:pPr rtl="0"/>
            <a:r>
              <a:rPr lang="fr-FR" sz="5400" dirty="0"/>
              <a:t>TP6– Gestion des accès et privilèges appropriés</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9E7668C2-D286-0BFD-F233-A7274E20EBC4}"/>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3" name="ZoneTexte 2">
            <a:extLst>
              <a:ext uri="{FF2B5EF4-FFF2-40B4-BE49-F238E27FC236}">
                <a16:creationId xmlns:a16="http://schemas.microsoft.com/office/drawing/2014/main" id="{87C2318A-6159-9B84-8432-94CA2F9584F3}"/>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rtlCol="0"/>
          <a:lstStyle>
            <a:defPPr>
              <a:defRPr lang="fr-FR"/>
            </a:defPPr>
          </a:lstStyle>
          <a:p>
            <a:pPr rtl="0"/>
            <a:r>
              <a:rPr lang="fr-FR" dirty="0"/>
              <a:t>Sommaire</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E7DC60F7-87D8-3EED-8AFD-51EB526D62B1}"/>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5" name="ZoneTexte 4">
            <a:extLst>
              <a:ext uri="{FF2B5EF4-FFF2-40B4-BE49-F238E27FC236}">
                <a16:creationId xmlns:a16="http://schemas.microsoft.com/office/drawing/2014/main" id="{333DEBB8-41AE-65DB-6F38-E8F74BF7CA30}"/>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
        <p:nvSpPr>
          <p:cNvPr id="6" name="Rectangle 1">
            <a:extLst>
              <a:ext uri="{FF2B5EF4-FFF2-40B4-BE49-F238E27FC236}">
                <a16:creationId xmlns:a16="http://schemas.microsoft.com/office/drawing/2014/main" id="{4FAD5E20-8096-2817-46AC-DF9517FC61B5}"/>
              </a:ext>
            </a:extLst>
          </p:cNvPr>
          <p:cNvSpPr>
            <a:spLocks noGrp="1" noChangeArrowheads="1"/>
          </p:cNvSpPr>
          <p:nvPr>
            <p:ph idx="1"/>
          </p:nvPr>
        </p:nvSpPr>
        <p:spPr bwMode="auto">
          <a:xfrm>
            <a:off x="1158864" y="2111213"/>
            <a:ext cx="706674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fr-FR" sz="2000" dirty="0"/>
              <a:t>-Préparez la machine virtuelle Windows server 2016</a:t>
            </a:r>
            <a:endParaRPr kumimoji="0" lang="fr-FR" altLang="fr-FR"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fr-FR" sz="2000" dirty="0"/>
              <a:t>-Créez les différents partages en relevant les chemins d’accès </a:t>
            </a:r>
          </a:p>
          <a:p>
            <a:pPr marL="0" marR="0" lvl="0" indent="0" algn="l" defTabSz="914400" rtl="0" eaLnBrk="0" fontAlgn="base" latinLnBrk="0" hangingPunct="0">
              <a:lnSpc>
                <a:spcPct val="100000"/>
              </a:lnSpc>
              <a:spcBef>
                <a:spcPct val="0"/>
              </a:spcBef>
              <a:spcAft>
                <a:spcPct val="0"/>
              </a:spcAft>
              <a:buClrTx/>
              <a:buSzTx/>
              <a:buFontTx/>
              <a:buNone/>
              <a:tabLst/>
            </a:pPr>
            <a:r>
              <a:rPr lang="fr-FR" sz="2000" dirty="0"/>
              <a:t>qui servent à définir un lecteur réseau pour chaque compte</a:t>
            </a:r>
          </a:p>
          <a:p>
            <a:pPr marL="0" marR="0" lvl="0" indent="0" algn="l" defTabSz="914400" rtl="0" eaLnBrk="0" fontAlgn="base" latinLnBrk="0" hangingPunct="0">
              <a:lnSpc>
                <a:spcPct val="100000"/>
              </a:lnSpc>
              <a:spcBef>
                <a:spcPct val="0"/>
              </a:spcBef>
              <a:spcAft>
                <a:spcPct val="0"/>
              </a:spcAft>
              <a:buClrTx/>
              <a:buSzTx/>
              <a:buFontTx/>
              <a:buNone/>
              <a:tabLst/>
            </a:pPr>
            <a:r>
              <a:rPr lang="fr-FR" sz="2000" dirty="0"/>
              <a:t>-Définissez les autorisations sur les partages</a:t>
            </a:r>
          </a:p>
          <a:p>
            <a:pPr marL="0" marR="0" lvl="0" indent="0" algn="l" defTabSz="914400" rtl="0" eaLnBrk="0" fontAlgn="base" latinLnBrk="0" hangingPunct="0">
              <a:lnSpc>
                <a:spcPct val="100000"/>
              </a:lnSpc>
              <a:spcBef>
                <a:spcPct val="0"/>
              </a:spcBef>
              <a:spcAft>
                <a:spcPct val="0"/>
              </a:spcAft>
              <a:buClrTx/>
              <a:buSzTx/>
              <a:buFontTx/>
              <a:buNone/>
              <a:tabLst/>
            </a:pPr>
            <a:r>
              <a:rPr lang="fr-FR" sz="2000" dirty="0"/>
              <a:t>-Réalisez les tests</a:t>
            </a:r>
            <a:endParaRPr kumimoji="0" lang="fr-FR" altLang="fr-FR"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148DD4-4828-CE87-0C5C-42BE175E8DA5}"/>
              </a:ext>
            </a:extLst>
          </p:cNvPr>
          <p:cNvSpPr>
            <a:spLocks noGrp="1"/>
          </p:cNvSpPr>
          <p:nvPr>
            <p:ph type="title"/>
          </p:nvPr>
        </p:nvSpPr>
        <p:spPr>
          <a:xfrm>
            <a:off x="1167492" y="1371600"/>
            <a:ext cx="6015946" cy="5137842"/>
          </a:xfrm>
        </p:spPr>
        <p:txBody>
          <a:bodyPr rtlCol="0"/>
          <a:lstStyle>
            <a:defPPr>
              <a:defRPr lang="fr-FR"/>
            </a:defPPr>
          </a:lstStyle>
          <a:p>
            <a:br>
              <a:rPr lang="fr-FR" sz="2400" dirty="0"/>
            </a:br>
            <a:endParaRPr lang="fr-FR" sz="5700" dirty="0"/>
          </a:p>
        </p:txBody>
      </p:sp>
      <p:pic>
        <p:nvPicPr>
          <p:cNvPr id="3" name="Image 2" descr="Une image contenant capture d’écran, Graphique, Police, symbole&#10;&#10;Description générée automatiquement">
            <a:extLst>
              <a:ext uri="{FF2B5EF4-FFF2-40B4-BE49-F238E27FC236}">
                <a16:creationId xmlns:a16="http://schemas.microsoft.com/office/drawing/2014/main" id="{88251638-2B5C-7A01-BB5E-26110F0F9882}"/>
              </a:ext>
            </a:extLst>
          </p:cNvPr>
          <p:cNvPicPr>
            <a:picLocks noChangeAspect="1"/>
          </p:cNvPicPr>
          <p:nvPr/>
        </p:nvPicPr>
        <p:blipFill>
          <a:blip r:embed="rId3"/>
          <a:srcRect l="13400" t="31000" r="13400" b="31200"/>
          <a:stretch/>
        </p:blipFill>
        <p:spPr>
          <a:xfrm>
            <a:off x="133350" y="6286578"/>
            <a:ext cx="866775" cy="447597"/>
          </a:xfrm>
          <a:prstGeom prst="rect">
            <a:avLst/>
          </a:prstGeom>
        </p:spPr>
      </p:pic>
      <p:pic>
        <p:nvPicPr>
          <p:cNvPr id="7" name="Espace réservé pour une image  6" descr="Une image contenant circuit, Ingénierie électronique, Appareils électroniques, Composant électronique&#10;&#10;Description générée automatiquement">
            <a:extLst>
              <a:ext uri="{FF2B5EF4-FFF2-40B4-BE49-F238E27FC236}">
                <a16:creationId xmlns:a16="http://schemas.microsoft.com/office/drawing/2014/main" id="{8B2E06FA-7803-C6A5-6B21-C482719539A7}"/>
              </a:ext>
            </a:extLst>
          </p:cNvPr>
          <p:cNvPicPr>
            <a:picLocks noGrp="1" noChangeAspect="1"/>
          </p:cNvPicPr>
          <p:nvPr>
            <p:ph type="pic" sz="quarter" idx="10"/>
          </p:nvPr>
        </p:nvPicPr>
        <p:blipFill>
          <a:blip r:embed="rId4"/>
          <a:srcRect l="228" r="228"/>
          <a:stretch>
            <a:fillRect/>
          </a:stretch>
        </p:blipFill>
        <p:spPr/>
      </p:pic>
      <p:sp>
        <p:nvSpPr>
          <p:cNvPr id="4" name="ZoneTexte 3">
            <a:extLst>
              <a:ext uri="{FF2B5EF4-FFF2-40B4-BE49-F238E27FC236}">
                <a16:creationId xmlns:a16="http://schemas.microsoft.com/office/drawing/2014/main" id="{3DDA900E-6060-E779-6CD0-78F33D58D24A}"/>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
        <p:nvSpPr>
          <p:cNvPr id="5" name="ZoneTexte 4">
            <a:extLst>
              <a:ext uri="{FF2B5EF4-FFF2-40B4-BE49-F238E27FC236}">
                <a16:creationId xmlns:a16="http://schemas.microsoft.com/office/drawing/2014/main" id="{1F4067F0-B424-D52A-466C-00959D2E0B4A}"/>
              </a:ext>
            </a:extLst>
          </p:cNvPr>
          <p:cNvSpPr txBox="1"/>
          <p:nvPr/>
        </p:nvSpPr>
        <p:spPr>
          <a:xfrm>
            <a:off x="566737" y="2367171"/>
            <a:ext cx="6313908" cy="2123658"/>
          </a:xfrm>
          <a:prstGeom prst="rect">
            <a:avLst/>
          </a:prstGeom>
          <a:noFill/>
        </p:spPr>
        <p:txBody>
          <a:bodyPr wrap="square" rtlCol="0">
            <a:spAutoFit/>
          </a:bodyPr>
          <a:lstStyle/>
          <a:p>
            <a:pPr marL="0" marR="0" lvl="0" indent="0" defTabSz="914400" rtl="0" eaLnBrk="0" fontAlgn="base" latinLnBrk="0" hangingPunct="0">
              <a:lnSpc>
                <a:spcPct val="100000"/>
              </a:lnSpc>
              <a:spcBef>
                <a:spcPct val="0"/>
              </a:spcBef>
              <a:spcAft>
                <a:spcPct val="0"/>
              </a:spcAft>
              <a:buClrTx/>
              <a:buSzTx/>
              <a:tabLst/>
            </a:pPr>
            <a:r>
              <a:rPr lang="fr-FR" sz="4400" b="1" dirty="0"/>
              <a:t>Préparez la machine virtuelle Windows server 2016</a:t>
            </a:r>
            <a:endParaRPr kumimoji="0" lang="fr-FR" altLang="fr-FR" sz="60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6BC9DE8-A5CC-4BE1-0DE5-CB15D01A7919}"/>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1CB49245-4868-031A-3DE9-D6AEE1FE5CEA}"/>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D44B3764-22AD-B491-B4A3-A16A54D364A5}"/>
              </a:ext>
            </a:extLst>
          </p:cNvPr>
          <p:cNvSpPr>
            <a:spLocks noGrp="1"/>
          </p:cNvSpPr>
          <p:nvPr>
            <p:ph type="title"/>
          </p:nvPr>
        </p:nvSpPr>
        <p:spPr>
          <a:xfrm>
            <a:off x="558087" y="289249"/>
            <a:ext cx="10506152" cy="1000408"/>
          </a:xfrm>
        </p:spPr>
        <p:txBody>
          <a:bodyPr/>
          <a:lstStyle/>
          <a:p>
            <a:r>
              <a:rPr lang="fr-FR" sz="3600" dirty="0"/>
              <a:t>Préparez la machine virtuelle Windows server 2016</a:t>
            </a:r>
          </a:p>
        </p:txBody>
      </p:sp>
      <p:sp>
        <p:nvSpPr>
          <p:cNvPr id="2" name="ZoneTexte 1">
            <a:extLst>
              <a:ext uri="{FF2B5EF4-FFF2-40B4-BE49-F238E27FC236}">
                <a16:creationId xmlns:a16="http://schemas.microsoft.com/office/drawing/2014/main" id="{AC4C89D1-1DA6-B9D8-B457-291BEC5B8AB0}"/>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779750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44042-4A22-A868-0AE4-AB93FFEA7D7E}"/>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E655B9BC-3289-0EAB-6E3B-A142E2D4FBC8}"/>
              </a:ext>
            </a:extLst>
          </p:cNvPr>
          <p:cNvSpPr>
            <a:spLocks noGrp="1"/>
          </p:cNvSpPr>
          <p:nvPr>
            <p:ph type="subTitle" idx="1"/>
          </p:nvPr>
        </p:nvSpPr>
        <p:spPr>
          <a:xfrm>
            <a:off x="931819" y="1600200"/>
            <a:ext cx="9936478" cy="1828800"/>
          </a:xfrm>
        </p:spPr>
        <p:txBody>
          <a:bodyPr rtlCol="0"/>
          <a:lstStyle>
            <a:defPPr>
              <a:defRPr lang="fr-FR"/>
            </a:defPPr>
          </a:lstStyle>
          <a:p>
            <a:pPr rtl="0"/>
            <a:r>
              <a:rPr lang="fr-FR" sz="1400" dirty="0"/>
              <a:t>Créer des comptes Enedis, MSA, CLIC, TRESOR en local sur le serveur à l’aide du compte Administrateur</a:t>
            </a:r>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F637F266-A67B-376F-9ED0-6EF2C4C629E2}"/>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99970FF8-AF68-5DE8-F3C0-96207A36925C}"/>
              </a:ext>
            </a:extLst>
          </p:cNvPr>
          <p:cNvSpPr>
            <a:spLocks noGrp="1"/>
          </p:cNvSpPr>
          <p:nvPr>
            <p:ph type="title"/>
          </p:nvPr>
        </p:nvSpPr>
        <p:spPr>
          <a:xfrm>
            <a:off x="558087" y="289249"/>
            <a:ext cx="10506152" cy="1000408"/>
          </a:xfrm>
        </p:spPr>
        <p:txBody>
          <a:bodyPr/>
          <a:lstStyle/>
          <a:p>
            <a:r>
              <a:rPr lang="fr-FR" sz="3600" dirty="0"/>
              <a:t>Préparez la machine virtuelle Windows server 2016</a:t>
            </a:r>
          </a:p>
        </p:txBody>
      </p:sp>
      <p:sp>
        <p:nvSpPr>
          <p:cNvPr id="2" name="ZoneTexte 1">
            <a:extLst>
              <a:ext uri="{FF2B5EF4-FFF2-40B4-BE49-F238E27FC236}">
                <a16:creationId xmlns:a16="http://schemas.microsoft.com/office/drawing/2014/main" id="{767BFC67-1CBF-E102-C398-58C0C514531D}"/>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9" name="Image 8" descr="Une image contenant texte, capture d’écran, affichage, Police&#10;&#10;Le contenu généré par l’IA peut être incorrect.">
            <a:extLst>
              <a:ext uri="{FF2B5EF4-FFF2-40B4-BE49-F238E27FC236}">
                <a16:creationId xmlns:a16="http://schemas.microsoft.com/office/drawing/2014/main" id="{39E4E0E7-7375-F47B-85E3-FE538B645E48}"/>
              </a:ext>
            </a:extLst>
          </p:cNvPr>
          <p:cNvPicPr>
            <a:picLocks noChangeAspect="1"/>
          </p:cNvPicPr>
          <p:nvPr/>
        </p:nvPicPr>
        <p:blipFill>
          <a:blip r:embed="rId4"/>
          <a:srcRect l="722" t="2769" r="23282" b="19492"/>
          <a:stretch/>
        </p:blipFill>
        <p:spPr>
          <a:xfrm>
            <a:off x="566737" y="2514600"/>
            <a:ext cx="4264090" cy="1525555"/>
          </a:xfrm>
          <a:prstGeom prst="rect">
            <a:avLst/>
          </a:prstGeom>
        </p:spPr>
      </p:pic>
      <p:pic>
        <p:nvPicPr>
          <p:cNvPr id="11" name="Image 10" descr="Une image contenant texte, capture d’écran, nombre, Police&#10;&#10;Le contenu généré par l’IA peut être incorrect.">
            <a:extLst>
              <a:ext uri="{FF2B5EF4-FFF2-40B4-BE49-F238E27FC236}">
                <a16:creationId xmlns:a16="http://schemas.microsoft.com/office/drawing/2014/main" id="{9FFEF5BB-1297-6CF4-2FF3-7EDB61DE756E}"/>
              </a:ext>
            </a:extLst>
          </p:cNvPr>
          <p:cNvPicPr>
            <a:picLocks noChangeAspect="1"/>
          </p:cNvPicPr>
          <p:nvPr/>
        </p:nvPicPr>
        <p:blipFill>
          <a:blip r:embed="rId5"/>
          <a:srcRect l="567"/>
          <a:stretch/>
        </p:blipFill>
        <p:spPr>
          <a:xfrm>
            <a:off x="5831633" y="1919812"/>
            <a:ext cx="3590009" cy="3629532"/>
          </a:xfrm>
          <a:prstGeom prst="rect">
            <a:avLst/>
          </a:prstGeom>
        </p:spPr>
      </p:pic>
      <p:sp>
        <p:nvSpPr>
          <p:cNvPr id="12" name="Flèche : droite 11">
            <a:extLst>
              <a:ext uri="{FF2B5EF4-FFF2-40B4-BE49-F238E27FC236}">
                <a16:creationId xmlns:a16="http://schemas.microsoft.com/office/drawing/2014/main" id="{C2FEED9D-BB41-CC17-5BAE-23AD8197A4FC}"/>
              </a:ext>
            </a:extLst>
          </p:cNvPr>
          <p:cNvSpPr/>
          <p:nvPr/>
        </p:nvSpPr>
        <p:spPr>
          <a:xfrm>
            <a:off x="4655975" y="4040155"/>
            <a:ext cx="1035698" cy="1959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900840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38413-467A-0FC8-61B5-8E89C384D743}"/>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F25EC23B-5593-6F9F-5DCD-982CBD8A064B}"/>
              </a:ext>
            </a:extLst>
          </p:cNvPr>
          <p:cNvSpPr>
            <a:spLocks noGrp="1"/>
          </p:cNvSpPr>
          <p:nvPr>
            <p:ph type="subTitle" idx="1"/>
          </p:nvPr>
        </p:nvSpPr>
        <p:spPr>
          <a:xfrm>
            <a:off x="566737" y="1600200"/>
            <a:ext cx="10783582" cy="1828800"/>
          </a:xfrm>
        </p:spPr>
        <p:txBody>
          <a:bodyPr rtlCol="0"/>
          <a:lstStyle>
            <a:defPPr>
              <a:defRPr lang="fr-FR"/>
            </a:defPPr>
          </a:lstStyle>
          <a:p>
            <a:pPr rtl="0"/>
            <a:r>
              <a:rPr lang="fr-FR" sz="1600" dirty="0"/>
              <a:t>• Création des différents dossiers de partage pour chaque utilisateur précédemment admis à l’intérieur du dossier « partages ». Chaque dossier de partage portera le même nom que le compte associé</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F99F5376-2993-0A37-FF52-230B1F3D83FD}"/>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D099E74F-B047-66EC-2849-D9031B45D2D8}"/>
              </a:ext>
            </a:extLst>
          </p:cNvPr>
          <p:cNvSpPr>
            <a:spLocks noGrp="1"/>
          </p:cNvSpPr>
          <p:nvPr>
            <p:ph type="title"/>
          </p:nvPr>
        </p:nvSpPr>
        <p:spPr>
          <a:xfrm>
            <a:off x="801278" y="258320"/>
            <a:ext cx="10054790" cy="1000408"/>
          </a:xfrm>
        </p:spPr>
        <p:txBody>
          <a:bodyPr/>
          <a:lstStyle/>
          <a:p>
            <a:pPr rtl="0"/>
            <a:r>
              <a:rPr lang="fr-FR" sz="2800" dirty="0"/>
              <a:t>Créez les différents partages en relevant les chemins d’accès qui servent à définir un lecteur réseau pour chaque compte.</a:t>
            </a:r>
          </a:p>
        </p:txBody>
      </p:sp>
      <p:sp>
        <p:nvSpPr>
          <p:cNvPr id="2" name="ZoneTexte 1">
            <a:extLst>
              <a:ext uri="{FF2B5EF4-FFF2-40B4-BE49-F238E27FC236}">
                <a16:creationId xmlns:a16="http://schemas.microsoft.com/office/drawing/2014/main" id="{AF801A86-06F1-CE37-D309-58BCA8804464}"/>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6" name="Image 5" descr="Une image contenant texte, capture d’écran, logiciel, affichage&#10;&#10;Le contenu généré par l’IA peut être incorrect.">
            <a:extLst>
              <a:ext uri="{FF2B5EF4-FFF2-40B4-BE49-F238E27FC236}">
                <a16:creationId xmlns:a16="http://schemas.microsoft.com/office/drawing/2014/main" id="{B7E31D2C-3E59-A656-6FBD-F01F69EE47A0}"/>
              </a:ext>
            </a:extLst>
          </p:cNvPr>
          <p:cNvPicPr>
            <a:picLocks noChangeAspect="1"/>
          </p:cNvPicPr>
          <p:nvPr/>
        </p:nvPicPr>
        <p:blipFill>
          <a:blip r:embed="rId4"/>
          <a:stretch>
            <a:fillRect/>
          </a:stretch>
        </p:blipFill>
        <p:spPr>
          <a:xfrm>
            <a:off x="941513" y="2514631"/>
            <a:ext cx="5017015" cy="3674275"/>
          </a:xfrm>
          <a:prstGeom prst="rect">
            <a:avLst/>
          </a:prstGeom>
        </p:spPr>
      </p:pic>
      <p:sp>
        <p:nvSpPr>
          <p:cNvPr id="7" name="Flèche : gauche 6">
            <a:extLst>
              <a:ext uri="{FF2B5EF4-FFF2-40B4-BE49-F238E27FC236}">
                <a16:creationId xmlns:a16="http://schemas.microsoft.com/office/drawing/2014/main" id="{4449445F-C1BB-A5E2-64E8-5698389A4435}"/>
              </a:ext>
            </a:extLst>
          </p:cNvPr>
          <p:cNvSpPr/>
          <p:nvPr/>
        </p:nvSpPr>
        <p:spPr>
          <a:xfrm>
            <a:off x="4611232" y="4111944"/>
            <a:ext cx="1484768"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6ABDC163-E6EC-A606-257C-193693A5A090}"/>
              </a:ext>
            </a:extLst>
          </p:cNvPr>
          <p:cNvSpPr/>
          <p:nvPr/>
        </p:nvSpPr>
        <p:spPr>
          <a:xfrm>
            <a:off x="3861651" y="4066904"/>
            <a:ext cx="651849" cy="13580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B82E7B5B-1D38-FD6B-7028-3EC56681FC8F}"/>
              </a:ext>
            </a:extLst>
          </p:cNvPr>
          <p:cNvPicPr>
            <a:picLocks noChangeAspect="1"/>
          </p:cNvPicPr>
          <p:nvPr/>
        </p:nvPicPr>
        <p:blipFill>
          <a:blip r:embed="rId5"/>
          <a:stretch>
            <a:fillRect/>
          </a:stretch>
        </p:blipFill>
        <p:spPr>
          <a:xfrm>
            <a:off x="7090082" y="2514600"/>
            <a:ext cx="4048754" cy="3033990"/>
          </a:xfrm>
          <a:prstGeom prst="rect">
            <a:avLst/>
          </a:prstGeom>
        </p:spPr>
      </p:pic>
      <p:sp>
        <p:nvSpPr>
          <p:cNvPr id="12" name="Ellipse 11">
            <a:extLst>
              <a:ext uri="{FF2B5EF4-FFF2-40B4-BE49-F238E27FC236}">
                <a16:creationId xmlns:a16="http://schemas.microsoft.com/office/drawing/2014/main" id="{53C8C816-2A16-86CF-E822-7775B154A0B2}"/>
              </a:ext>
            </a:extLst>
          </p:cNvPr>
          <p:cNvSpPr/>
          <p:nvPr/>
        </p:nvSpPr>
        <p:spPr>
          <a:xfrm>
            <a:off x="7869368" y="3073469"/>
            <a:ext cx="651849" cy="55494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 haut 12">
            <a:extLst>
              <a:ext uri="{FF2B5EF4-FFF2-40B4-BE49-F238E27FC236}">
                <a16:creationId xmlns:a16="http://schemas.microsoft.com/office/drawing/2014/main" id="{113867E5-5E60-C391-14DD-B67630580DD7}"/>
              </a:ext>
            </a:extLst>
          </p:cNvPr>
          <p:cNvSpPr/>
          <p:nvPr/>
        </p:nvSpPr>
        <p:spPr>
          <a:xfrm>
            <a:off x="8180962" y="3685299"/>
            <a:ext cx="58366" cy="5548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10155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E8A91-6718-E7D1-D140-B381EC2B4A43}"/>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C79EF2C6-B4DE-A252-AAFC-75F676CB67ED}"/>
              </a:ext>
            </a:extLst>
          </p:cNvPr>
          <p:cNvSpPr>
            <a:spLocks noGrp="1"/>
          </p:cNvSpPr>
          <p:nvPr>
            <p:ph type="subTitle" idx="1"/>
          </p:nvPr>
        </p:nvSpPr>
        <p:spPr>
          <a:xfrm>
            <a:off x="6748486" y="1969379"/>
            <a:ext cx="4575890" cy="2057871"/>
          </a:xfrm>
          <a:ln>
            <a:solidFill>
              <a:srgbClr val="0070C0"/>
            </a:solidFill>
          </a:ln>
        </p:spPr>
        <p:txBody>
          <a:bodyPr rtlCol="0"/>
          <a:lstStyle>
            <a:defPPr>
              <a:defRPr lang="fr-FR"/>
            </a:defPPr>
          </a:lstStyle>
          <a:p>
            <a:pPr rtl="0"/>
            <a:r>
              <a:rPr lang="fr-FR" sz="2400" dirty="0"/>
              <a:t>Elle permet d'ajouter des utilisateurs, définir leurs permissions (comme lecture ou écriture). C'est une interface pour gérer qui peut accéder à un dossier partagé</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805BF063-6897-1400-743F-75DF170860F4}"/>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533FE6CD-8AF2-BDAC-2446-827FA6902B3C}"/>
              </a:ext>
            </a:extLst>
          </p:cNvPr>
          <p:cNvSpPr>
            <a:spLocks noGrp="1"/>
          </p:cNvSpPr>
          <p:nvPr>
            <p:ph type="title"/>
          </p:nvPr>
        </p:nvSpPr>
        <p:spPr>
          <a:xfrm>
            <a:off x="887240" y="457200"/>
            <a:ext cx="10177000" cy="1000408"/>
          </a:xfrm>
        </p:spPr>
        <p:txBody>
          <a:bodyPr/>
          <a:lstStyle/>
          <a:p>
            <a:r>
              <a:rPr lang="fr-FR" sz="3600" dirty="0"/>
              <a:t>Définissez les autorisations sur les partages</a:t>
            </a:r>
          </a:p>
        </p:txBody>
      </p:sp>
      <p:sp>
        <p:nvSpPr>
          <p:cNvPr id="2" name="ZoneTexte 1">
            <a:extLst>
              <a:ext uri="{FF2B5EF4-FFF2-40B4-BE49-F238E27FC236}">
                <a16:creationId xmlns:a16="http://schemas.microsoft.com/office/drawing/2014/main" id="{13CDD85A-DE39-9B31-A4AA-0DF769840086}"/>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6" name="Image 5" descr="Une image contenant texte, Appareils électroniques, capture d’écran, affichage&#10;&#10;Le contenu généré par l’IA peut être incorrect.">
            <a:extLst>
              <a:ext uri="{FF2B5EF4-FFF2-40B4-BE49-F238E27FC236}">
                <a16:creationId xmlns:a16="http://schemas.microsoft.com/office/drawing/2014/main" id="{9A742E56-FE86-F25F-BA8E-7D9FB270903A}"/>
              </a:ext>
            </a:extLst>
          </p:cNvPr>
          <p:cNvPicPr>
            <a:picLocks noChangeAspect="1"/>
          </p:cNvPicPr>
          <p:nvPr/>
        </p:nvPicPr>
        <p:blipFill>
          <a:blip r:embed="rId4"/>
          <a:srcRect t="2912"/>
          <a:stretch/>
        </p:blipFill>
        <p:spPr>
          <a:xfrm>
            <a:off x="426193" y="1721795"/>
            <a:ext cx="5820587" cy="4152771"/>
          </a:xfrm>
          <a:prstGeom prst="rect">
            <a:avLst/>
          </a:prstGeom>
        </p:spPr>
      </p:pic>
      <p:sp>
        <p:nvSpPr>
          <p:cNvPr id="7" name="Flèche : angle droit à deux pointes 6">
            <a:extLst>
              <a:ext uri="{FF2B5EF4-FFF2-40B4-BE49-F238E27FC236}">
                <a16:creationId xmlns:a16="http://schemas.microsoft.com/office/drawing/2014/main" id="{CDC339E1-1729-7F61-0B58-83E05369AD17}"/>
              </a:ext>
            </a:extLst>
          </p:cNvPr>
          <p:cNvSpPr/>
          <p:nvPr/>
        </p:nvSpPr>
        <p:spPr>
          <a:xfrm>
            <a:off x="7013643" y="4377447"/>
            <a:ext cx="787940" cy="758757"/>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61185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6B01E-5C71-9A0A-38B7-330FED879B66}"/>
            </a:ext>
          </a:extLst>
        </p:cNvPr>
        <p:cNvGrpSpPr/>
        <p:nvPr/>
      </p:nvGrpSpPr>
      <p:grpSpPr>
        <a:xfrm>
          <a:off x="0" y="0"/>
          <a:ext cx="0" cy="0"/>
          <a:chOff x="0" y="0"/>
          <a:chExt cx="0" cy="0"/>
        </a:xfrm>
      </p:grpSpPr>
      <p:pic>
        <p:nvPicPr>
          <p:cNvPr id="4" name="Image 3" descr="Une image contenant capture d’écran, Graphique, Police, symbole&#10;&#10;Description générée automatiquement">
            <a:extLst>
              <a:ext uri="{FF2B5EF4-FFF2-40B4-BE49-F238E27FC236}">
                <a16:creationId xmlns:a16="http://schemas.microsoft.com/office/drawing/2014/main" id="{2F3C5F17-2809-D3C7-5501-78C82F79FC6E}"/>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EEB13328-05B1-BCDC-CBF1-9A8716678442}"/>
              </a:ext>
            </a:extLst>
          </p:cNvPr>
          <p:cNvSpPr>
            <a:spLocks noGrp="1"/>
          </p:cNvSpPr>
          <p:nvPr>
            <p:ph type="title"/>
          </p:nvPr>
        </p:nvSpPr>
        <p:spPr>
          <a:xfrm>
            <a:off x="887240" y="457200"/>
            <a:ext cx="10177000" cy="1000408"/>
          </a:xfrm>
        </p:spPr>
        <p:txBody>
          <a:bodyPr/>
          <a:lstStyle/>
          <a:p>
            <a:r>
              <a:rPr lang="fr-FR" sz="3600" dirty="0"/>
              <a:t>Définissez les autorisations sur les partages</a:t>
            </a:r>
          </a:p>
        </p:txBody>
      </p:sp>
      <p:sp>
        <p:nvSpPr>
          <p:cNvPr id="2" name="ZoneTexte 1">
            <a:extLst>
              <a:ext uri="{FF2B5EF4-FFF2-40B4-BE49-F238E27FC236}">
                <a16:creationId xmlns:a16="http://schemas.microsoft.com/office/drawing/2014/main" id="{97199272-D680-3878-365A-A7DDFB543FC4}"/>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
        <p:nvSpPr>
          <p:cNvPr id="9" name="Sous-titre 8">
            <a:extLst>
              <a:ext uri="{FF2B5EF4-FFF2-40B4-BE49-F238E27FC236}">
                <a16:creationId xmlns:a16="http://schemas.microsoft.com/office/drawing/2014/main" id="{B127231E-0016-0C16-7B3D-ED5F9FB257F2}"/>
              </a:ext>
            </a:extLst>
          </p:cNvPr>
          <p:cNvSpPr>
            <a:spLocks noGrp="1"/>
          </p:cNvSpPr>
          <p:nvPr>
            <p:ph type="subTitle" idx="1"/>
          </p:nvPr>
        </p:nvSpPr>
        <p:spPr>
          <a:xfrm>
            <a:off x="4805462" y="2514600"/>
            <a:ext cx="5120640" cy="1828800"/>
          </a:xfrm>
        </p:spPr>
        <p:txBody>
          <a:bodyPr/>
          <a:lstStyle/>
          <a:p>
            <a:endParaRPr lang="fr-FR"/>
          </a:p>
        </p:txBody>
      </p:sp>
      <p:pic>
        <p:nvPicPr>
          <p:cNvPr id="11" name="Image 10" descr="Une image contenant texte, capture d’écran, Police, nombre&#10;&#10;Le contenu généré par l’IA peut être incorrect.">
            <a:extLst>
              <a:ext uri="{FF2B5EF4-FFF2-40B4-BE49-F238E27FC236}">
                <a16:creationId xmlns:a16="http://schemas.microsoft.com/office/drawing/2014/main" id="{05BB7667-F2CA-555C-46A7-616BE3BF85B7}"/>
              </a:ext>
            </a:extLst>
          </p:cNvPr>
          <p:cNvPicPr>
            <a:picLocks noChangeAspect="1"/>
          </p:cNvPicPr>
          <p:nvPr/>
        </p:nvPicPr>
        <p:blipFill>
          <a:blip r:embed="rId4"/>
          <a:stretch>
            <a:fillRect/>
          </a:stretch>
        </p:blipFill>
        <p:spPr>
          <a:xfrm>
            <a:off x="855100" y="1764527"/>
            <a:ext cx="5120640" cy="3790277"/>
          </a:xfrm>
          <a:prstGeom prst="rect">
            <a:avLst/>
          </a:prstGeom>
        </p:spPr>
      </p:pic>
      <p:pic>
        <p:nvPicPr>
          <p:cNvPr id="13" name="Image 12" descr="Une image contenant texte, Appareils électroniques, capture d’écran, affichage&#10;&#10;Le contenu généré par l’IA peut être incorrect.">
            <a:extLst>
              <a:ext uri="{FF2B5EF4-FFF2-40B4-BE49-F238E27FC236}">
                <a16:creationId xmlns:a16="http://schemas.microsoft.com/office/drawing/2014/main" id="{B7D97878-778E-9E60-81B9-7DACA8ADBA8E}"/>
              </a:ext>
            </a:extLst>
          </p:cNvPr>
          <p:cNvPicPr>
            <a:picLocks noChangeAspect="1"/>
          </p:cNvPicPr>
          <p:nvPr/>
        </p:nvPicPr>
        <p:blipFill>
          <a:blip r:embed="rId5"/>
          <a:stretch>
            <a:fillRect/>
          </a:stretch>
        </p:blipFill>
        <p:spPr>
          <a:xfrm>
            <a:off x="6697316" y="1638068"/>
            <a:ext cx="4250192" cy="3161472"/>
          </a:xfrm>
          <a:prstGeom prst="rect">
            <a:avLst/>
          </a:prstGeom>
        </p:spPr>
      </p:pic>
      <p:sp>
        <p:nvSpPr>
          <p:cNvPr id="14" name="Ellipse 13">
            <a:extLst>
              <a:ext uri="{FF2B5EF4-FFF2-40B4-BE49-F238E27FC236}">
                <a16:creationId xmlns:a16="http://schemas.microsoft.com/office/drawing/2014/main" id="{529242F7-0120-7120-EE2A-A29DD22D484B}"/>
              </a:ext>
            </a:extLst>
          </p:cNvPr>
          <p:cNvSpPr/>
          <p:nvPr/>
        </p:nvSpPr>
        <p:spPr>
          <a:xfrm>
            <a:off x="4192621" y="3988340"/>
            <a:ext cx="875490" cy="21400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58806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5AB22-E218-3550-0A83-BAF4591BE47D}"/>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A72C323D-8C29-84EF-69BA-BC4297027825}"/>
              </a:ext>
            </a:extLst>
          </p:cNvPr>
          <p:cNvSpPr>
            <a:spLocks noGrp="1"/>
          </p:cNvSpPr>
          <p:nvPr>
            <p:ph type="subTitle" idx="1"/>
          </p:nvPr>
        </p:nvSpPr>
        <p:spPr>
          <a:xfrm>
            <a:off x="1147376" y="1353302"/>
            <a:ext cx="9936478" cy="1828800"/>
          </a:xfrm>
        </p:spPr>
        <p:txBody>
          <a:bodyPr rtlCol="0"/>
          <a:lstStyle>
            <a:defPPr>
              <a:defRPr lang="fr-FR"/>
            </a:defPPr>
          </a:lstStyle>
          <a:p>
            <a:pPr rtl="0"/>
            <a:r>
              <a:rPr lang="fr-FR" sz="1800" dirty="0"/>
              <a:t>• Test1 : Connexion avec le compte Enedis</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BD4BFF5D-57C6-7154-C222-24C958F7D987}"/>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D26CC6C2-2006-30AF-C426-6D0246B91D67}"/>
              </a:ext>
            </a:extLst>
          </p:cNvPr>
          <p:cNvSpPr>
            <a:spLocks noGrp="1"/>
          </p:cNvSpPr>
          <p:nvPr>
            <p:ph type="title"/>
          </p:nvPr>
        </p:nvSpPr>
        <p:spPr>
          <a:xfrm>
            <a:off x="1147376" y="185194"/>
            <a:ext cx="10177000" cy="1000408"/>
          </a:xfrm>
        </p:spPr>
        <p:txBody>
          <a:bodyPr/>
          <a:lstStyle/>
          <a:p>
            <a:r>
              <a:rPr lang="fr-FR" sz="4400" dirty="0"/>
              <a:t>Réalisez les tests.</a:t>
            </a:r>
          </a:p>
        </p:txBody>
      </p:sp>
      <p:sp>
        <p:nvSpPr>
          <p:cNvPr id="2" name="ZoneTexte 1">
            <a:extLst>
              <a:ext uri="{FF2B5EF4-FFF2-40B4-BE49-F238E27FC236}">
                <a16:creationId xmlns:a16="http://schemas.microsoft.com/office/drawing/2014/main" id="{0450DCFE-7A96-6F26-AFA3-C6E3EE530FEF}"/>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6" name="Image 5" descr="Une image contenant ciel, capture d’écran, grotte, texte&#10;&#10;Le contenu généré par l’IA peut être incorrect.">
            <a:extLst>
              <a:ext uri="{FF2B5EF4-FFF2-40B4-BE49-F238E27FC236}">
                <a16:creationId xmlns:a16="http://schemas.microsoft.com/office/drawing/2014/main" id="{F03CC7DA-CD43-FB81-61DC-15073FBE4F91}"/>
              </a:ext>
            </a:extLst>
          </p:cNvPr>
          <p:cNvPicPr>
            <a:picLocks noChangeAspect="1"/>
          </p:cNvPicPr>
          <p:nvPr/>
        </p:nvPicPr>
        <p:blipFill>
          <a:blip r:embed="rId4"/>
          <a:stretch>
            <a:fillRect/>
          </a:stretch>
        </p:blipFill>
        <p:spPr>
          <a:xfrm>
            <a:off x="2571185" y="2038598"/>
            <a:ext cx="5288736" cy="4031749"/>
          </a:xfrm>
          <a:prstGeom prst="rect">
            <a:avLst/>
          </a:prstGeom>
        </p:spPr>
      </p:pic>
      <p:sp>
        <p:nvSpPr>
          <p:cNvPr id="7" name="Flèche : droite 6">
            <a:extLst>
              <a:ext uri="{FF2B5EF4-FFF2-40B4-BE49-F238E27FC236}">
                <a16:creationId xmlns:a16="http://schemas.microsoft.com/office/drawing/2014/main" id="{C3F87249-E326-B19A-5438-3C3389D256B6}"/>
              </a:ext>
            </a:extLst>
          </p:cNvPr>
          <p:cNvSpPr/>
          <p:nvPr/>
        </p:nvSpPr>
        <p:spPr>
          <a:xfrm>
            <a:off x="2308635" y="4363770"/>
            <a:ext cx="1982707" cy="1810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 droite 8">
            <a:extLst>
              <a:ext uri="{FF2B5EF4-FFF2-40B4-BE49-F238E27FC236}">
                <a16:creationId xmlns:a16="http://schemas.microsoft.com/office/drawing/2014/main" id="{02023798-B5E7-5DC7-114D-8F93196273F8}"/>
              </a:ext>
            </a:extLst>
          </p:cNvPr>
          <p:cNvSpPr/>
          <p:nvPr/>
        </p:nvSpPr>
        <p:spPr>
          <a:xfrm>
            <a:off x="2308635" y="4642472"/>
            <a:ext cx="1982708" cy="1810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1CDBA424-9702-08EE-0929-D5B1A0B0C5D1}"/>
              </a:ext>
            </a:extLst>
          </p:cNvPr>
          <p:cNvSpPr txBox="1"/>
          <p:nvPr/>
        </p:nvSpPr>
        <p:spPr>
          <a:xfrm>
            <a:off x="606582" y="4266938"/>
            <a:ext cx="1702053" cy="646331"/>
          </a:xfrm>
          <a:prstGeom prst="rect">
            <a:avLst/>
          </a:prstGeom>
          <a:noFill/>
          <a:ln w="38100">
            <a:solidFill>
              <a:srgbClr val="0070C0"/>
            </a:solidFill>
          </a:ln>
        </p:spPr>
        <p:txBody>
          <a:bodyPr wrap="square" rtlCol="0">
            <a:spAutoFit/>
          </a:bodyPr>
          <a:lstStyle/>
          <a:p>
            <a:r>
              <a:rPr lang="fr-FR" dirty="0"/>
              <a:t>Création d’un nouveau </a:t>
            </a:r>
            <a:r>
              <a:rPr lang="fr-FR" dirty="0" err="1"/>
              <a:t>mdp</a:t>
            </a:r>
            <a:endParaRPr lang="fr-FR" dirty="0"/>
          </a:p>
        </p:txBody>
      </p:sp>
      <p:pic>
        <p:nvPicPr>
          <p:cNvPr id="12" name="Image 11" descr="Une image contenant ciel, plage, eau, nature&#10;&#10;Le contenu généré par l’IA peut être incorrect.">
            <a:extLst>
              <a:ext uri="{FF2B5EF4-FFF2-40B4-BE49-F238E27FC236}">
                <a16:creationId xmlns:a16="http://schemas.microsoft.com/office/drawing/2014/main" id="{7847530B-2B67-CDE4-5DE2-6E2BF4A07B0D}"/>
              </a:ext>
            </a:extLst>
          </p:cNvPr>
          <p:cNvPicPr>
            <a:picLocks noChangeAspect="1"/>
          </p:cNvPicPr>
          <p:nvPr/>
        </p:nvPicPr>
        <p:blipFill>
          <a:blip r:embed="rId5"/>
          <a:stretch>
            <a:fillRect/>
          </a:stretch>
        </p:blipFill>
        <p:spPr>
          <a:xfrm>
            <a:off x="8010987" y="2152686"/>
            <a:ext cx="3678368" cy="2760583"/>
          </a:xfrm>
          <a:prstGeom prst="rect">
            <a:avLst/>
          </a:prstGeom>
        </p:spPr>
      </p:pic>
    </p:spTree>
    <p:extLst>
      <p:ext uri="{BB962C8B-B14F-4D97-AF65-F5344CB8AC3E}">
        <p14:creationId xmlns:p14="http://schemas.microsoft.com/office/powerpoint/2010/main" val="2552218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CEE2D-E95A-9267-3E36-3BB26E31F9C4}"/>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E2E96CD6-5A73-B530-7231-D2E10D3B4D33}"/>
              </a:ext>
            </a:extLst>
          </p:cNvPr>
          <p:cNvSpPr>
            <a:spLocks noGrp="1"/>
          </p:cNvSpPr>
          <p:nvPr>
            <p:ph type="subTitle" idx="1"/>
          </p:nvPr>
        </p:nvSpPr>
        <p:spPr>
          <a:xfrm>
            <a:off x="1147376" y="1353302"/>
            <a:ext cx="9936478" cy="1828800"/>
          </a:xfrm>
        </p:spPr>
        <p:txBody>
          <a:bodyPr rtlCol="0"/>
          <a:lstStyle>
            <a:defPPr>
              <a:defRPr lang="fr-FR"/>
            </a:defPPr>
          </a:lstStyle>
          <a:p>
            <a:pPr rtl="0"/>
            <a:r>
              <a:rPr lang="fr-FR" sz="1800" dirty="0"/>
              <a:t>• Test1 : Connexion avec le compte Enedis</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24641E32-E894-B3BE-1BC7-C1C230990DFE}"/>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81377CFC-4F8E-01C7-28F4-9B317D1F1232}"/>
              </a:ext>
            </a:extLst>
          </p:cNvPr>
          <p:cNvSpPr>
            <a:spLocks noGrp="1"/>
          </p:cNvSpPr>
          <p:nvPr>
            <p:ph type="title"/>
          </p:nvPr>
        </p:nvSpPr>
        <p:spPr>
          <a:xfrm>
            <a:off x="1147376" y="185194"/>
            <a:ext cx="10177000" cy="1000408"/>
          </a:xfrm>
        </p:spPr>
        <p:txBody>
          <a:bodyPr/>
          <a:lstStyle/>
          <a:p>
            <a:r>
              <a:rPr lang="fr-FR" sz="4400" dirty="0"/>
              <a:t>Réalisez les tests.</a:t>
            </a:r>
          </a:p>
        </p:txBody>
      </p:sp>
      <p:sp>
        <p:nvSpPr>
          <p:cNvPr id="2" name="ZoneTexte 1">
            <a:extLst>
              <a:ext uri="{FF2B5EF4-FFF2-40B4-BE49-F238E27FC236}">
                <a16:creationId xmlns:a16="http://schemas.microsoft.com/office/drawing/2014/main" id="{F7E308EC-5C70-EB45-BB35-85E0BF76233F}"/>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13" name="Image 12" descr="Une image contenant capture d’écran, logiciel, Logiciel multimédia, texte&#10;&#10;Le contenu généré par l’IA peut être incorrect.">
            <a:extLst>
              <a:ext uri="{FF2B5EF4-FFF2-40B4-BE49-F238E27FC236}">
                <a16:creationId xmlns:a16="http://schemas.microsoft.com/office/drawing/2014/main" id="{B99EB521-8E18-70D1-C14E-A3ECFF81F9C5}"/>
              </a:ext>
            </a:extLst>
          </p:cNvPr>
          <p:cNvPicPr>
            <a:picLocks noChangeAspect="1"/>
          </p:cNvPicPr>
          <p:nvPr/>
        </p:nvPicPr>
        <p:blipFill>
          <a:blip r:embed="rId4"/>
          <a:stretch>
            <a:fillRect/>
          </a:stretch>
        </p:blipFill>
        <p:spPr>
          <a:xfrm>
            <a:off x="923453" y="2036250"/>
            <a:ext cx="6698356" cy="3865974"/>
          </a:xfrm>
          <a:prstGeom prst="rect">
            <a:avLst/>
          </a:prstGeom>
        </p:spPr>
      </p:pic>
      <p:pic>
        <p:nvPicPr>
          <p:cNvPr id="15" name="Image 14" descr="Une image contenant texte, capture d’écran, ligne, Police&#10;&#10;Le contenu généré par l’IA peut être incorrect.">
            <a:extLst>
              <a:ext uri="{FF2B5EF4-FFF2-40B4-BE49-F238E27FC236}">
                <a16:creationId xmlns:a16="http://schemas.microsoft.com/office/drawing/2014/main" id="{A1DFD387-E057-E6CB-6FC6-D5357DD40209}"/>
              </a:ext>
            </a:extLst>
          </p:cNvPr>
          <p:cNvPicPr>
            <a:picLocks noChangeAspect="1"/>
          </p:cNvPicPr>
          <p:nvPr/>
        </p:nvPicPr>
        <p:blipFill>
          <a:blip r:embed="rId5"/>
          <a:stretch>
            <a:fillRect/>
          </a:stretch>
        </p:blipFill>
        <p:spPr>
          <a:xfrm>
            <a:off x="4744857" y="3880893"/>
            <a:ext cx="5753903" cy="7240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Flèche : droite 15">
            <a:extLst>
              <a:ext uri="{FF2B5EF4-FFF2-40B4-BE49-F238E27FC236}">
                <a16:creationId xmlns:a16="http://schemas.microsoft.com/office/drawing/2014/main" id="{8810BFC1-3A08-164D-F9D2-6BA62077F4BA}"/>
              </a:ext>
            </a:extLst>
          </p:cNvPr>
          <p:cNvSpPr/>
          <p:nvPr/>
        </p:nvSpPr>
        <p:spPr>
          <a:xfrm>
            <a:off x="3467898" y="4180161"/>
            <a:ext cx="1122630" cy="2379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524800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3835E-FA11-9878-7FD1-6BF2B0625091}"/>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4E46CDC5-3254-9A62-7CD2-CC3A9B065DFB}"/>
              </a:ext>
            </a:extLst>
          </p:cNvPr>
          <p:cNvSpPr>
            <a:spLocks noGrp="1"/>
          </p:cNvSpPr>
          <p:nvPr>
            <p:ph type="subTitle" idx="1"/>
          </p:nvPr>
        </p:nvSpPr>
        <p:spPr>
          <a:xfrm>
            <a:off x="1147376" y="1344248"/>
            <a:ext cx="9936478" cy="1828800"/>
          </a:xfrm>
        </p:spPr>
        <p:txBody>
          <a:bodyPr rtlCol="0"/>
          <a:lstStyle>
            <a:defPPr>
              <a:defRPr lang="fr-FR"/>
            </a:defPPr>
          </a:lstStyle>
          <a:p>
            <a:pPr rtl="0"/>
            <a:r>
              <a:rPr lang="fr-FR" sz="1800" dirty="0"/>
              <a:t>• Test1 : création édition du fichier test</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6C235769-607F-3147-112B-956530B00C11}"/>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BE33D3B4-4428-29F4-465B-21DA41BDD282}"/>
              </a:ext>
            </a:extLst>
          </p:cNvPr>
          <p:cNvSpPr>
            <a:spLocks noGrp="1"/>
          </p:cNvSpPr>
          <p:nvPr>
            <p:ph type="title"/>
          </p:nvPr>
        </p:nvSpPr>
        <p:spPr>
          <a:xfrm>
            <a:off x="1147376" y="185194"/>
            <a:ext cx="10177000" cy="1000408"/>
          </a:xfrm>
        </p:spPr>
        <p:txBody>
          <a:bodyPr/>
          <a:lstStyle/>
          <a:p>
            <a:r>
              <a:rPr lang="fr-FR" sz="4400" dirty="0"/>
              <a:t>Réalisez les tests.</a:t>
            </a:r>
          </a:p>
        </p:txBody>
      </p:sp>
      <p:sp>
        <p:nvSpPr>
          <p:cNvPr id="2" name="ZoneTexte 1">
            <a:extLst>
              <a:ext uri="{FF2B5EF4-FFF2-40B4-BE49-F238E27FC236}">
                <a16:creationId xmlns:a16="http://schemas.microsoft.com/office/drawing/2014/main" id="{4F1CCEF5-1545-C117-1409-97C811D6B6B1}"/>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6" name="Image 5" descr="Une image contenant texte, capture d’écran, affichage, nombre&#10;&#10;Le contenu généré par l’IA peut être incorrect.">
            <a:extLst>
              <a:ext uri="{FF2B5EF4-FFF2-40B4-BE49-F238E27FC236}">
                <a16:creationId xmlns:a16="http://schemas.microsoft.com/office/drawing/2014/main" id="{AE3CCBD6-0F55-9CD9-8BB1-2EA6FE757D27}"/>
              </a:ext>
            </a:extLst>
          </p:cNvPr>
          <p:cNvPicPr>
            <a:picLocks noChangeAspect="1"/>
          </p:cNvPicPr>
          <p:nvPr/>
        </p:nvPicPr>
        <p:blipFill>
          <a:blip r:embed="rId4"/>
          <a:stretch>
            <a:fillRect/>
          </a:stretch>
        </p:blipFill>
        <p:spPr>
          <a:xfrm>
            <a:off x="2444434" y="2110872"/>
            <a:ext cx="4853625" cy="3865221"/>
          </a:xfrm>
          <a:prstGeom prst="rect">
            <a:avLst/>
          </a:prstGeom>
        </p:spPr>
      </p:pic>
    </p:spTree>
    <p:extLst>
      <p:ext uri="{BB962C8B-B14F-4D97-AF65-F5344CB8AC3E}">
        <p14:creationId xmlns:p14="http://schemas.microsoft.com/office/powerpoint/2010/main" val="1319252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07E1D-7938-25F4-9375-DAB6CC7931D9}"/>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1DA1BE64-3BFA-3D9A-71AF-E6C62C987FEC}"/>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A8F70213-E7F1-9920-B0F0-F3CAF1802DE7}"/>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90D989FB-195C-B190-FE93-B3BAF22F9E8A}"/>
              </a:ext>
            </a:extLst>
          </p:cNvPr>
          <p:cNvSpPr>
            <a:spLocks noGrp="1"/>
          </p:cNvSpPr>
          <p:nvPr>
            <p:ph type="title"/>
          </p:nvPr>
        </p:nvSpPr>
        <p:spPr>
          <a:xfrm>
            <a:off x="887240" y="457200"/>
            <a:ext cx="10177000" cy="1000408"/>
          </a:xfrm>
        </p:spPr>
        <p:txBody>
          <a:bodyPr/>
          <a:lstStyle/>
          <a:p>
            <a:endParaRPr lang="fr-FR" sz="3200" dirty="0"/>
          </a:p>
        </p:txBody>
      </p:sp>
      <p:sp>
        <p:nvSpPr>
          <p:cNvPr id="2" name="ZoneTexte 1">
            <a:extLst>
              <a:ext uri="{FF2B5EF4-FFF2-40B4-BE49-F238E27FC236}">
                <a16:creationId xmlns:a16="http://schemas.microsoft.com/office/drawing/2014/main" id="{0EA9505A-EC9B-DF84-A274-4714F35945D2}"/>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189576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96A50-CE56-468F-FA71-2FFA197C28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8D7432A-33D3-BE69-002A-1E51A356B076}"/>
              </a:ext>
            </a:extLst>
          </p:cNvPr>
          <p:cNvSpPr>
            <a:spLocks noGrp="1"/>
          </p:cNvSpPr>
          <p:nvPr>
            <p:ph type="title"/>
          </p:nvPr>
        </p:nvSpPr>
        <p:spPr>
          <a:xfrm>
            <a:off x="1167492" y="1371600"/>
            <a:ext cx="6015946" cy="5137842"/>
          </a:xfrm>
        </p:spPr>
        <p:txBody>
          <a:bodyPr rtlCol="0"/>
          <a:lstStyle>
            <a:defPPr>
              <a:defRPr lang="fr-FR"/>
            </a:defPPr>
          </a:lstStyle>
          <a:p>
            <a:br>
              <a:rPr lang="fr-FR" sz="2400" dirty="0"/>
            </a:br>
            <a:br>
              <a:rPr lang="fr-FR" sz="2400" dirty="0"/>
            </a:br>
            <a:endParaRPr lang="fr-FR" sz="5700" dirty="0"/>
          </a:p>
        </p:txBody>
      </p:sp>
      <p:pic>
        <p:nvPicPr>
          <p:cNvPr id="3" name="Image 2" descr="Une image contenant capture d’écran, Graphique, Police, symbole&#10;&#10;Description générée automatiquement">
            <a:extLst>
              <a:ext uri="{FF2B5EF4-FFF2-40B4-BE49-F238E27FC236}">
                <a16:creationId xmlns:a16="http://schemas.microsoft.com/office/drawing/2014/main" id="{F6032669-D0DD-0311-4BB8-1F7E7EE4FE9E}"/>
              </a:ext>
            </a:extLst>
          </p:cNvPr>
          <p:cNvPicPr>
            <a:picLocks noChangeAspect="1"/>
          </p:cNvPicPr>
          <p:nvPr/>
        </p:nvPicPr>
        <p:blipFill>
          <a:blip r:embed="rId3"/>
          <a:srcRect l="13400" t="31000" r="13400" b="31200"/>
          <a:stretch/>
        </p:blipFill>
        <p:spPr>
          <a:xfrm>
            <a:off x="133350" y="6286578"/>
            <a:ext cx="866775" cy="447597"/>
          </a:xfrm>
          <a:prstGeom prst="rect">
            <a:avLst/>
          </a:prstGeom>
        </p:spPr>
      </p:pic>
      <p:pic>
        <p:nvPicPr>
          <p:cNvPr id="8" name="Espace réservé pour une image  7" descr="Une image contenant art, conception&#10;&#10;Description générée automatiquement">
            <a:extLst>
              <a:ext uri="{FF2B5EF4-FFF2-40B4-BE49-F238E27FC236}">
                <a16:creationId xmlns:a16="http://schemas.microsoft.com/office/drawing/2014/main" id="{65D8FCFA-BE7E-5FBC-B7D6-15493AEAEEE6}"/>
              </a:ext>
            </a:extLst>
          </p:cNvPr>
          <p:cNvPicPr>
            <a:picLocks noGrp="1" noChangeAspect="1"/>
          </p:cNvPicPr>
          <p:nvPr>
            <p:ph type="pic" sz="quarter" idx="10"/>
          </p:nvPr>
        </p:nvPicPr>
        <p:blipFill>
          <a:blip r:embed="rId4"/>
          <a:srcRect l="228" r="228"/>
          <a:stretch>
            <a:fillRect/>
          </a:stretch>
        </p:blipFill>
        <p:spPr/>
      </p:pic>
      <p:sp>
        <p:nvSpPr>
          <p:cNvPr id="4" name="ZoneTexte 3">
            <a:extLst>
              <a:ext uri="{FF2B5EF4-FFF2-40B4-BE49-F238E27FC236}">
                <a16:creationId xmlns:a16="http://schemas.microsoft.com/office/drawing/2014/main" id="{FE9CE89C-AB19-3EE8-16BB-F778CD92A8D3}"/>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2108389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BB575-B446-B9CD-24B4-6F2BED4CBD2D}"/>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B8A1E976-5169-1064-D7D6-2BDDCA8255F4}"/>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9010C5A4-909C-3506-19F9-5E7D11DE35D1}"/>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67629D2C-AF20-D68D-2080-83C49AE22A12}"/>
              </a:ext>
            </a:extLst>
          </p:cNvPr>
          <p:cNvSpPr>
            <a:spLocks noGrp="1"/>
          </p:cNvSpPr>
          <p:nvPr>
            <p:ph type="title"/>
          </p:nvPr>
        </p:nvSpPr>
        <p:spPr>
          <a:xfrm>
            <a:off x="887240" y="457200"/>
            <a:ext cx="10177000" cy="1000408"/>
          </a:xfrm>
        </p:spPr>
        <p:txBody>
          <a:bodyPr/>
          <a:lstStyle/>
          <a:p>
            <a:endParaRPr lang="fr-FR" sz="3600" dirty="0"/>
          </a:p>
        </p:txBody>
      </p:sp>
      <p:sp>
        <p:nvSpPr>
          <p:cNvPr id="2" name="ZoneTexte 1">
            <a:extLst>
              <a:ext uri="{FF2B5EF4-FFF2-40B4-BE49-F238E27FC236}">
                <a16:creationId xmlns:a16="http://schemas.microsoft.com/office/drawing/2014/main" id="{4F13F837-2E0C-6BA4-C25C-AEEA72EC9D2F}"/>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3960564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56EEF-B8E7-CF55-FC8E-52B4716E3A42}"/>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DA13C5FF-10A8-00AB-DA7D-103B89CAE5E8}"/>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6AB34069-21E7-A064-8951-B14CEDC987FE}"/>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6001F419-5364-AC9B-7FE3-3BF6CEB77FFD}"/>
              </a:ext>
            </a:extLst>
          </p:cNvPr>
          <p:cNvSpPr>
            <a:spLocks noGrp="1"/>
          </p:cNvSpPr>
          <p:nvPr>
            <p:ph type="title"/>
          </p:nvPr>
        </p:nvSpPr>
        <p:spPr>
          <a:xfrm>
            <a:off x="887240" y="457200"/>
            <a:ext cx="10177000" cy="1000408"/>
          </a:xfrm>
        </p:spPr>
        <p:txBody>
          <a:bodyPr/>
          <a:lstStyle/>
          <a:p>
            <a:endParaRPr lang="fr-FR" sz="3600" dirty="0"/>
          </a:p>
        </p:txBody>
      </p:sp>
      <p:sp>
        <p:nvSpPr>
          <p:cNvPr id="2" name="ZoneTexte 1">
            <a:extLst>
              <a:ext uri="{FF2B5EF4-FFF2-40B4-BE49-F238E27FC236}">
                <a16:creationId xmlns:a16="http://schemas.microsoft.com/office/drawing/2014/main" id="{2AFF5314-1982-A51A-D41C-AECE3C4B1C4E}"/>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2256200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A884F-7FEE-FE14-7C90-043FDC024549}"/>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32DEFB5D-FD3C-0306-C1DC-35D60A446DE0}"/>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4055578B-053F-F733-FC3E-BC4D4BEBE220}"/>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F539129B-49BC-C935-A284-DB59574A2CBA}"/>
              </a:ext>
            </a:extLst>
          </p:cNvPr>
          <p:cNvSpPr>
            <a:spLocks noGrp="1"/>
          </p:cNvSpPr>
          <p:nvPr>
            <p:ph type="title"/>
          </p:nvPr>
        </p:nvSpPr>
        <p:spPr>
          <a:xfrm>
            <a:off x="887240" y="457200"/>
            <a:ext cx="10177000" cy="1000408"/>
          </a:xfrm>
        </p:spPr>
        <p:txBody>
          <a:bodyPr/>
          <a:lstStyle/>
          <a:p>
            <a:endParaRPr lang="fr-FR" sz="3600" dirty="0"/>
          </a:p>
        </p:txBody>
      </p:sp>
      <p:sp>
        <p:nvSpPr>
          <p:cNvPr id="2" name="ZoneTexte 1">
            <a:extLst>
              <a:ext uri="{FF2B5EF4-FFF2-40B4-BE49-F238E27FC236}">
                <a16:creationId xmlns:a16="http://schemas.microsoft.com/office/drawing/2014/main" id="{D05514A0-FDD3-0407-662F-1EDE5B37DE52}"/>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1635007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FF5EE67-DE83-C00F-F31C-58A2B46234DB}"/>
              </a:ext>
            </a:extLst>
          </p:cNvPr>
          <p:cNvSpPr>
            <a:spLocks noGrp="1"/>
          </p:cNvSpPr>
          <p:nvPr>
            <p:ph type="title"/>
          </p:nvPr>
        </p:nvSpPr>
        <p:spPr>
          <a:xfrm>
            <a:off x="1167492" y="45085"/>
            <a:ext cx="9779183" cy="1600835"/>
          </a:xfrm>
        </p:spPr>
        <p:txBody>
          <a:bodyPr rtlCol="0"/>
          <a:lstStyle>
            <a:defPPr>
              <a:defRPr lang="fr-FR"/>
            </a:defPPr>
          </a:lstStyle>
          <a:p>
            <a:pPr rtl="0"/>
            <a:r>
              <a:rPr lang="fr-FR" dirty="0"/>
              <a:t>Suscitez l’intérêt du public</a:t>
            </a:r>
          </a:p>
        </p:txBody>
      </p:sp>
      <p:sp>
        <p:nvSpPr>
          <p:cNvPr id="3" name="Espace réservé du contenu 2">
            <a:extLst>
              <a:ext uri="{FF2B5EF4-FFF2-40B4-BE49-F238E27FC236}">
                <a16:creationId xmlns:a16="http://schemas.microsoft.com/office/drawing/2014/main" id="{DAF7743C-9A64-6DD7-26EC-7870E2484D2F}"/>
              </a:ext>
            </a:extLst>
          </p:cNvPr>
          <p:cNvSpPr>
            <a:spLocks noGrp="1"/>
          </p:cNvSpPr>
          <p:nvPr>
            <p:ph idx="14"/>
          </p:nvPr>
        </p:nvSpPr>
        <p:spPr>
          <a:xfrm>
            <a:off x="1166813" y="2652713"/>
            <a:ext cx="9219391" cy="3436937"/>
          </a:xfrm>
        </p:spPr>
        <p:txBody>
          <a:bodyPr rtlCol="0">
            <a:normAutofit/>
          </a:bodyPr>
          <a:lstStyle>
            <a:defPPr>
              <a:defRPr lang="fr-FR"/>
            </a:defPPr>
          </a:lstStyle>
          <a:p>
            <a:pPr rtl="0"/>
            <a:r>
              <a:rPr lang="fr-FR" dirty="0"/>
              <a:t>Regardez votre public pour créer un sentiment d’implication et de convivialité</a:t>
            </a:r>
          </a:p>
          <a:p>
            <a:pPr rtl="0"/>
            <a:r>
              <a:rPr lang="fr-FR" dirty="0"/>
              <a:t>Intégrez des histoires pertinentes dans votre présentation en utilisant des récits qui rendent votre message inoubliable et percutant</a:t>
            </a:r>
          </a:p>
          <a:p>
            <a:pPr rtl="0"/>
            <a:r>
              <a:rPr lang="fr-FR" dirty="0"/>
              <a:t>Encouragez les questions et fournissez des réponses réfléchies pour améliorer la participation du public</a:t>
            </a:r>
          </a:p>
          <a:p>
            <a:pPr rtl="0"/>
            <a:r>
              <a:rPr lang="fr-FR" dirty="0"/>
              <a:t>Utiliser des sondages en direct ou des enquêtes pour recueillir des opinions d’audience, promouvoir l’engagement et s’assurer que l’audience se sent impliquée</a:t>
            </a:r>
          </a:p>
        </p:txBody>
      </p:sp>
      <p:pic>
        <p:nvPicPr>
          <p:cNvPr id="2" name="Image 1" descr="Une image contenant capture d’écran, Graphique, Police, symbole&#10;&#10;Description générée automatiquement">
            <a:extLst>
              <a:ext uri="{FF2B5EF4-FFF2-40B4-BE49-F238E27FC236}">
                <a16:creationId xmlns:a16="http://schemas.microsoft.com/office/drawing/2014/main" id="{F01C438D-F88B-04DF-4C25-85B9A69807A4}"/>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2529338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EAA093-E00B-31E9-0A13-71142E30E57C}"/>
              </a:ext>
            </a:extLst>
          </p:cNvPr>
          <p:cNvSpPr>
            <a:spLocks noGrp="1"/>
          </p:cNvSpPr>
          <p:nvPr>
            <p:ph type="ctrTitle"/>
          </p:nvPr>
        </p:nvSpPr>
        <p:spPr>
          <a:xfrm>
            <a:off x="1167493" y="177553"/>
            <a:ext cx="6130454" cy="3269447"/>
          </a:xfrm>
        </p:spPr>
        <p:txBody>
          <a:bodyPr rtlCol="0"/>
          <a:lstStyle>
            <a:defPPr>
              <a:defRPr lang="fr-FR"/>
            </a:defPPr>
          </a:lstStyle>
          <a:p>
            <a:pPr rtl="0"/>
            <a:r>
              <a:rPr lang="fr-FR" dirty="0"/>
              <a:t>Sélection d’aides visuelles</a:t>
            </a:r>
          </a:p>
        </p:txBody>
      </p:sp>
      <p:sp>
        <p:nvSpPr>
          <p:cNvPr id="3" name="Sous-titre 2">
            <a:extLst>
              <a:ext uri="{FF2B5EF4-FFF2-40B4-BE49-F238E27FC236}">
                <a16:creationId xmlns:a16="http://schemas.microsoft.com/office/drawing/2014/main" id="{C62C8177-F0B6-B02C-3682-183D8307E999}"/>
              </a:ext>
            </a:extLst>
          </p:cNvPr>
          <p:cNvSpPr>
            <a:spLocks noGrp="1"/>
          </p:cNvSpPr>
          <p:nvPr>
            <p:ph type="subTitle" idx="1"/>
          </p:nvPr>
        </p:nvSpPr>
        <p:spPr>
          <a:xfrm>
            <a:off x="1167494" y="3492896"/>
            <a:ext cx="6245912" cy="912850"/>
          </a:xfrm>
        </p:spPr>
        <p:txBody>
          <a:bodyPr rtlCol="0"/>
          <a:lstStyle>
            <a:defPPr>
              <a:defRPr lang="fr-FR"/>
            </a:defPPr>
          </a:lstStyle>
          <a:p>
            <a:pPr rtl="0"/>
            <a:r>
              <a:rPr lang="fr-FR"/>
              <a:t>Améliorer votre présentation</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70909E8C-7627-2B1A-7117-C88619CC97B9}"/>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4117153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EDF9E134-98AA-3ECE-E40A-180C85ACD7D5}"/>
              </a:ext>
            </a:extLst>
          </p:cNvPr>
          <p:cNvSpPr>
            <a:spLocks noGrp="1"/>
          </p:cNvSpPr>
          <p:nvPr>
            <p:ph type="title"/>
          </p:nvPr>
        </p:nvSpPr>
        <p:spPr>
          <a:xfrm>
            <a:off x="1167492" y="136526"/>
            <a:ext cx="9601200" cy="1653371"/>
          </a:xfrm>
        </p:spPr>
        <p:txBody>
          <a:bodyPr rtlCol="0"/>
          <a:lstStyle>
            <a:defPPr>
              <a:defRPr lang="fr-FR"/>
            </a:defPPr>
          </a:lstStyle>
          <a:p>
            <a:pPr rtl="0"/>
            <a:r>
              <a:rPr lang="fr-FR" dirty="0"/>
              <a:t>Techniques de livraison efficaces</a:t>
            </a:r>
          </a:p>
        </p:txBody>
      </p:sp>
      <p:sp>
        <p:nvSpPr>
          <p:cNvPr id="3" name="Espace réservé du contenu 2">
            <a:extLst>
              <a:ext uri="{FF2B5EF4-FFF2-40B4-BE49-F238E27FC236}">
                <a16:creationId xmlns:a16="http://schemas.microsoft.com/office/drawing/2014/main" id="{D1455C0B-19FB-954B-532A-0A68CAC4E0E4}"/>
              </a:ext>
            </a:extLst>
          </p:cNvPr>
          <p:cNvSpPr>
            <a:spLocks noGrp="1"/>
          </p:cNvSpPr>
          <p:nvPr>
            <p:ph idx="1"/>
          </p:nvPr>
        </p:nvSpPr>
        <p:spPr>
          <a:xfrm>
            <a:off x="1167493" y="2023984"/>
            <a:ext cx="4491435" cy="3332832"/>
          </a:xfrm>
        </p:spPr>
        <p:txBody>
          <a:bodyPr rtlCol="0"/>
          <a:lstStyle>
            <a:defPPr>
              <a:defRPr lang="fr-FR"/>
            </a:defPPr>
          </a:lstStyle>
          <a:p>
            <a:pPr rtl="0"/>
            <a:r>
              <a:rPr lang="fr-FR" dirty="0"/>
              <a:t>Il s’agit d’un outil puissant de la prise de parole en public. Elle implique une hauteur, un ton et un volume variables pour transmettre des émotions, accentuer des points et maintenir l’intérêt : </a:t>
            </a:r>
          </a:p>
          <a:p>
            <a:pPr lvl="1" rtl="0"/>
            <a:r>
              <a:rPr lang="fr-FR" dirty="0"/>
              <a:t>Variation de la hauteur</a:t>
            </a:r>
          </a:p>
          <a:p>
            <a:pPr lvl="1" rtl="0"/>
            <a:r>
              <a:rPr lang="fr-FR" dirty="0"/>
              <a:t>Inflexion de ton</a:t>
            </a:r>
          </a:p>
          <a:p>
            <a:pPr lvl="1" rtl="0"/>
            <a:r>
              <a:rPr lang="fr-FR" dirty="0"/>
              <a:t>Contrôle du volume</a:t>
            </a:r>
          </a:p>
        </p:txBody>
      </p:sp>
      <p:sp>
        <p:nvSpPr>
          <p:cNvPr id="4" name="Espace réservé du contenu 3">
            <a:extLst>
              <a:ext uri="{FF2B5EF4-FFF2-40B4-BE49-F238E27FC236}">
                <a16:creationId xmlns:a16="http://schemas.microsoft.com/office/drawing/2014/main" id="{DBA34351-9D9C-8C32-5CC0-3F19A1CAC037}"/>
              </a:ext>
            </a:extLst>
          </p:cNvPr>
          <p:cNvSpPr>
            <a:spLocks noGrp="1"/>
          </p:cNvSpPr>
          <p:nvPr>
            <p:ph idx="10"/>
          </p:nvPr>
        </p:nvSpPr>
        <p:spPr>
          <a:xfrm>
            <a:off x="6283235" y="2023984"/>
            <a:ext cx="4485457" cy="3332832"/>
          </a:xfrm>
        </p:spPr>
        <p:txBody>
          <a:bodyPr rtlCol="0"/>
          <a:lstStyle>
            <a:defPPr>
              <a:defRPr lang="fr-FR"/>
            </a:defPPr>
          </a:lstStyle>
          <a:p>
            <a:pPr rtl="0"/>
            <a:r>
              <a:rPr lang="fr-FR" dirty="0"/>
              <a:t>Un langage corporel efficace améliore votre message, ce qui le rend plus percutant et facile à retenir :</a:t>
            </a:r>
          </a:p>
          <a:p>
            <a:pPr lvl="1" rtl="0"/>
            <a:r>
              <a:rPr lang="fr-FR" dirty="0"/>
              <a:t>Contact visuel explicite</a:t>
            </a:r>
          </a:p>
          <a:p>
            <a:pPr lvl="1" rtl="0"/>
            <a:r>
              <a:rPr lang="fr-FR" dirty="0"/>
              <a:t>Gestes volontaires</a:t>
            </a:r>
          </a:p>
          <a:p>
            <a:pPr lvl="1" rtl="0"/>
            <a:r>
              <a:rPr lang="fr-FR" dirty="0"/>
              <a:t>Maintenir une bonne posture</a:t>
            </a:r>
          </a:p>
          <a:p>
            <a:pPr lvl="1" rtl="0"/>
            <a:r>
              <a:rPr lang="fr-FR" dirty="0"/>
              <a:t>Contrôler vos expressions</a:t>
            </a:r>
          </a:p>
        </p:txBody>
      </p:sp>
      <p:pic>
        <p:nvPicPr>
          <p:cNvPr id="2" name="Image 1" descr="Une image contenant capture d’écran, Graphique, Police, symbole&#10;&#10;Description générée automatiquement">
            <a:extLst>
              <a:ext uri="{FF2B5EF4-FFF2-40B4-BE49-F238E27FC236}">
                <a16:creationId xmlns:a16="http://schemas.microsoft.com/office/drawing/2014/main" id="{54AEF58E-BD41-4F2F-66DF-A3E5CA724A14}"/>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1265939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64CFB73D-B7C9-A177-04F3-E48E841A875E}"/>
              </a:ext>
            </a:extLst>
          </p:cNvPr>
          <p:cNvSpPr>
            <a:spLocks noGrp="1"/>
          </p:cNvSpPr>
          <p:nvPr>
            <p:ph type="title"/>
          </p:nvPr>
        </p:nvSpPr>
        <p:spPr>
          <a:xfrm>
            <a:off x="1167492" y="69008"/>
            <a:ext cx="9158327" cy="1706563"/>
          </a:xfrm>
        </p:spPr>
        <p:txBody>
          <a:bodyPr rtlCol="0"/>
          <a:lstStyle>
            <a:defPPr>
              <a:defRPr lang="fr-FR"/>
            </a:defPPr>
          </a:lstStyle>
          <a:p>
            <a:pPr rtl="0"/>
            <a:r>
              <a:rPr lang="fr-FR" dirty="0"/>
              <a:t>Navigation dans les sessions questions et réponses</a:t>
            </a:r>
          </a:p>
        </p:txBody>
      </p:sp>
      <p:sp>
        <p:nvSpPr>
          <p:cNvPr id="4" name="Espace réservé du contenu 3">
            <a:extLst>
              <a:ext uri="{FF2B5EF4-FFF2-40B4-BE49-F238E27FC236}">
                <a16:creationId xmlns:a16="http://schemas.microsoft.com/office/drawing/2014/main" id="{DBA34351-9D9C-8C32-5CC0-3F19A1CAC037}"/>
              </a:ext>
            </a:extLst>
          </p:cNvPr>
          <p:cNvSpPr>
            <a:spLocks noGrp="1"/>
          </p:cNvSpPr>
          <p:nvPr>
            <p:ph idx="12"/>
          </p:nvPr>
        </p:nvSpPr>
        <p:spPr>
          <a:xfrm>
            <a:off x="1166813" y="2024063"/>
            <a:ext cx="4664075" cy="3332162"/>
          </a:xfrm>
        </p:spPr>
        <p:txBody>
          <a:bodyPr rtlCol="0">
            <a:normAutofit/>
          </a:bodyPr>
          <a:lstStyle>
            <a:defPPr>
              <a:defRPr lang="fr-FR"/>
            </a:defPPr>
          </a:lstStyle>
          <a:p>
            <a:pPr rtl="0"/>
            <a:r>
              <a:rPr lang="fr-FR" dirty="0"/>
              <a:t>Connaître vos documents à l’avance</a:t>
            </a:r>
          </a:p>
          <a:p>
            <a:pPr rtl="0"/>
            <a:r>
              <a:rPr lang="fr-FR" dirty="0"/>
              <a:t>Anticiper les questions courantes</a:t>
            </a:r>
          </a:p>
          <a:p>
            <a:pPr rtl="0"/>
            <a:r>
              <a:rPr lang="fr-FR" dirty="0"/>
              <a:t>Répéter vos réponses</a:t>
            </a:r>
          </a:p>
        </p:txBody>
      </p:sp>
      <p:sp>
        <p:nvSpPr>
          <p:cNvPr id="3" name="Espace réservé du contenu 2">
            <a:extLst>
              <a:ext uri="{FF2B5EF4-FFF2-40B4-BE49-F238E27FC236}">
                <a16:creationId xmlns:a16="http://schemas.microsoft.com/office/drawing/2014/main" id="{D1455C0B-19FB-954B-532A-0A68CAC4E0E4}"/>
              </a:ext>
            </a:extLst>
          </p:cNvPr>
          <p:cNvSpPr>
            <a:spLocks noGrp="1"/>
          </p:cNvSpPr>
          <p:nvPr>
            <p:ph idx="11"/>
          </p:nvPr>
        </p:nvSpPr>
        <p:spPr>
          <a:xfrm>
            <a:off x="6283325" y="2024063"/>
            <a:ext cx="4939641" cy="3332162"/>
          </a:xfrm>
        </p:spPr>
        <p:txBody>
          <a:bodyPr rtlCol="0">
            <a:normAutofit/>
          </a:bodyPr>
          <a:lstStyle>
            <a:defPPr>
              <a:defRPr lang="fr-FR"/>
            </a:defPPr>
          </a:lstStyle>
          <a:p>
            <a:pPr rtl="0"/>
            <a:r>
              <a:rPr lang="fr-FR" dirty="0"/>
              <a:t>Il est essentiel de garder son sang-froid pendant la séance de questions-réponses pour donner une image de confiance et d'autorité. Considérez les conseils suivants pour rester calme :</a:t>
            </a:r>
          </a:p>
          <a:p>
            <a:pPr lvl="1" rtl="0"/>
            <a:r>
              <a:rPr lang="fr-FR" dirty="0"/>
              <a:t>Restez calme</a:t>
            </a:r>
          </a:p>
          <a:p>
            <a:pPr lvl="1" rtl="0"/>
            <a:r>
              <a:rPr lang="fr-FR" dirty="0"/>
              <a:t>Écouter activement</a:t>
            </a:r>
          </a:p>
          <a:p>
            <a:pPr lvl="1" rtl="0"/>
            <a:r>
              <a:rPr lang="fr-FR" dirty="0"/>
              <a:t>Faites une pause et réfléchissez</a:t>
            </a:r>
          </a:p>
          <a:p>
            <a:pPr lvl="1" rtl="0"/>
            <a:r>
              <a:rPr lang="fr-FR" dirty="0"/>
              <a:t>Maintenir le contact visuel</a:t>
            </a:r>
          </a:p>
          <a:p>
            <a:pPr rtl="0"/>
            <a:endParaRPr lang="fr-FR" dirty="0"/>
          </a:p>
        </p:txBody>
      </p:sp>
      <p:pic>
        <p:nvPicPr>
          <p:cNvPr id="2" name="Image 1" descr="Une image contenant capture d’écran, Graphique, Police, symbole&#10;&#10;Description générée automatiquement">
            <a:extLst>
              <a:ext uri="{FF2B5EF4-FFF2-40B4-BE49-F238E27FC236}">
                <a16:creationId xmlns:a16="http://schemas.microsoft.com/office/drawing/2014/main" id="{8853F678-7496-41DA-795E-2B6B2D4AD2CA}"/>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2652102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7EF58C-138C-55F4-DA77-4C3F06C81A1C}"/>
              </a:ext>
            </a:extLst>
          </p:cNvPr>
          <p:cNvSpPr>
            <a:spLocks noGrp="1"/>
          </p:cNvSpPr>
          <p:nvPr>
            <p:ph type="title"/>
          </p:nvPr>
        </p:nvSpPr>
        <p:spPr>
          <a:xfrm>
            <a:off x="1167492" y="457200"/>
            <a:ext cx="10643508" cy="1371600"/>
          </a:xfrm>
        </p:spPr>
        <p:txBody>
          <a:bodyPr rtlCol="0"/>
          <a:lstStyle>
            <a:defPPr>
              <a:defRPr lang="fr-FR"/>
            </a:defPPr>
          </a:lstStyle>
          <a:p>
            <a:pPr rtl="0"/>
            <a:r>
              <a:rPr lang="fr-FR" dirty="0"/>
              <a:t>Impact de l’élocution </a:t>
            </a:r>
          </a:p>
        </p:txBody>
      </p:sp>
      <p:sp>
        <p:nvSpPr>
          <p:cNvPr id="3" name="Espace réservé du contenu 2">
            <a:extLst>
              <a:ext uri="{FF2B5EF4-FFF2-40B4-BE49-F238E27FC236}">
                <a16:creationId xmlns:a16="http://schemas.microsoft.com/office/drawing/2014/main" id="{9B5DDE7C-335B-FD23-E1E6-CDCB99B7878C}"/>
              </a:ext>
            </a:extLst>
          </p:cNvPr>
          <p:cNvSpPr>
            <a:spLocks noGrp="1"/>
          </p:cNvSpPr>
          <p:nvPr>
            <p:ph idx="15"/>
          </p:nvPr>
        </p:nvSpPr>
        <p:spPr>
          <a:xfrm>
            <a:off x="1166813" y="2652713"/>
            <a:ext cx="5190855" cy="3436937"/>
          </a:xfrm>
        </p:spPr>
        <p:txBody>
          <a:bodyPr rtlCol="0"/>
          <a:lstStyle>
            <a:defPPr>
              <a:defRPr lang="fr-FR"/>
            </a:defPPr>
          </a:lstStyle>
          <a:p>
            <a:pPr rtl="0"/>
            <a:r>
              <a:rPr lang="fr-FR" dirty="0"/>
              <a:t>Votre capacité à communiquer efficacement aura un impact durable sur votre public</a:t>
            </a:r>
          </a:p>
          <a:p>
            <a:pPr rtl="0"/>
            <a:r>
              <a:rPr lang="fr-FR" dirty="0"/>
              <a:t>Communiquer efficacement implique non seulement de transmettre un message, mais également d'être en résonance avec les expériences, les valeurs et les émotions de ceux qui écoutent. </a:t>
            </a:r>
          </a:p>
        </p:txBody>
      </p:sp>
      <p:pic>
        <p:nvPicPr>
          <p:cNvPr id="25" name="Espace réservé d’image 24" descr="Quelques personnes regardant un ordinateur">
            <a:extLst>
              <a:ext uri="{FF2B5EF4-FFF2-40B4-BE49-F238E27FC236}">
                <a16:creationId xmlns:a16="http://schemas.microsoft.com/office/drawing/2014/main" id="{E57751D1-D655-B1C0-2407-A8826F551024}"/>
              </a:ext>
            </a:extLst>
          </p:cNvPr>
          <p:cNvPicPr>
            <a:picLocks noGrp="1" noChangeAspect="1"/>
          </p:cNvPicPr>
          <p:nvPr>
            <p:ph type="pic" sz="quarter" idx="14"/>
          </p:nvPr>
        </p:nvPicPr>
        <p:blipFill>
          <a:blip r:embed="rId3">
            <a:duotone>
              <a:schemeClr val="accent4">
                <a:shade val="45000"/>
                <a:satMod val="135000"/>
              </a:schemeClr>
              <a:prstClr val="white"/>
            </a:duotone>
          </a:blip>
          <a:srcRect l="16667" r="16667"/>
          <a:stretch/>
        </p:blipFill>
        <p:spPr>
          <a:xfrm>
            <a:off x="7317920" y="1447800"/>
            <a:ext cx="4214010" cy="4214010"/>
          </a:xfrm>
        </p:spPr>
      </p:pic>
      <p:pic>
        <p:nvPicPr>
          <p:cNvPr id="4" name="Image 3" descr="Une image contenant capture d’écran, Graphique, Police, symbole&#10;&#10;Description générée automatiquement">
            <a:extLst>
              <a:ext uri="{FF2B5EF4-FFF2-40B4-BE49-F238E27FC236}">
                <a16:creationId xmlns:a16="http://schemas.microsoft.com/office/drawing/2014/main" id="{2432FD42-57A0-3E50-F24C-365255421296}"/>
              </a:ext>
            </a:extLst>
          </p:cNvPr>
          <p:cNvPicPr>
            <a:picLocks noChangeAspect="1"/>
          </p:cNvPicPr>
          <p:nvPr/>
        </p:nvPicPr>
        <p:blipFill>
          <a:blip r:embed="rId4"/>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362649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E02FA0-5805-E9D5-E5A1-5B4B485CB096}"/>
              </a:ext>
            </a:extLst>
          </p:cNvPr>
          <p:cNvSpPr>
            <a:spLocks noGrp="1"/>
          </p:cNvSpPr>
          <p:nvPr>
            <p:ph type="title"/>
          </p:nvPr>
        </p:nvSpPr>
        <p:spPr>
          <a:xfrm>
            <a:off x="1167492" y="457200"/>
            <a:ext cx="9692640" cy="1371600"/>
          </a:xfrm>
        </p:spPr>
        <p:txBody>
          <a:bodyPr rtlCol="0"/>
          <a:lstStyle>
            <a:defPPr>
              <a:defRPr lang="fr-FR"/>
            </a:defPPr>
          </a:lstStyle>
          <a:p>
            <a:pPr rtl="0"/>
            <a:r>
              <a:rPr lang="fr-FR" dirty="0"/>
              <a:t>Discours dynamique</a:t>
            </a:r>
          </a:p>
        </p:txBody>
      </p:sp>
      <p:sp>
        <p:nvSpPr>
          <p:cNvPr id="4" name="Espace réservé du contenu 3">
            <a:extLst>
              <a:ext uri="{FF2B5EF4-FFF2-40B4-BE49-F238E27FC236}">
                <a16:creationId xmlns:a16="http://schemas.microsoft.com/office/drawing/2014/main" id="{EAE9A705-E123-1C6C-EC93-CEE377B741CC}"/>
              </a:ext>
            </a:extLst>
          </p:cNvPr>
          <p:cNvSpPr>
            <a:spLocks noGrp="1"/>
          </p:cNvSpPr>
          <p:nvPr>
            <p:ph idx="10"/>
          </p:nvPr>
        </p:nvSpPr>
        <p:spPr>
          <a:xfrm>
            <a:off x="1167492" y="2087561"/>
            <a:ext cx="2826537" cy="3890543"/>
          </a:xfrm>
        </p:spPr>
        <p:txBody>
          <a:bodyPr rtlCol="0"/>
          <a:lstStyle>
            <a:defPPr>
              <a:defRPr lang="fr-FR"/>
            </a:defPPr>
          </a:lstStyle>
          <a:p>
            <a:pPr rtl="0"/>
            <a:r>
              <a:rPr lang="fr-FR" dirty="0"/>
              <a:t>Apprenez à insuffler une énergie dans votre discours pour laisser une impression durable</a:t>
            </a:r>
          </a:p>
          <a:p>
            <a:pPr rtl="0"/>
            <a:r>
              <a:rPr lang="fr-FR" dirty="0"/>
              <a:t>L’un des objectifs d’une communication efficace est de motiver votre public</a:t>
            </a:r>
          </a:p>
          <a:p>
            <a:pPr rtl="0"/>
            <a:endParaRPr lang="fr-FR" dirty="0"/>
          </a:p>
        </p:txBody>
      </p:sp>
      <p:graphicFrame>
        <p:nvGraphicFramePr>
          <p:cNvPr id="5" name="Espace réservé du tableau 2">
            <a:extLst>
              <a:ext uri="{FF2B5EF4-FFF2-40B4-BE49-F238E27FC236}">
                <a16:creationId xmlns:a16="http://schemas.microsoft.com/office/drawing/2014/main" id="{FD8D3D14-313E-8ED7-7BE9-2E3D506F17E6}"/>
              </a:ext>
            </a:extLst>
          </p:cNvPr>
          <p:cNvGraphicFramePr>
            <a:graphicFrameLocks noGrp="1"/>
          </p:cNvGraphicFramePr>
          <p:nvPr>
            <p:ph idx="1"/>
            <p:extLst>
              <p:ext uri="{D42A27DB-BD31-4B8C-83A1-F6EECF244321}">
                <p14:modId xmlns:p14="http://schemas.microsoft.com/office/powerpoint/2010/main" val="3769355219"/>
              </p:ext>
            </p:extLst>
          </p:nvPr>
        </p:nvGraphicFramePr>
        <p:xfrm>
          <a:off x="4216400" y="2087563"/>
          <a:ext cx="6771640" cy="4061657"/>
        </p:xfrm>
        <a:graphic>
          <a:graphicData uri="http://schemas.openxmlformats.org/drawingml/2006/table">
            <a:tbl>
              <a:tblPr firstRow="1" bandRow="1">
                <a:tableStyleId>{69012ECD-51FC-41F1-AA8D-1B2483CD663E}</a:tableStyleId>
              </a:tblPr>
              <a:tblGrid>
                <a:gridCol w="1692910">
                  <a:extLst>
                    <a:ext uri="{9D8B030D-6E8A-4147-A177-3AD203B41FA5}">
                      <a16:colId xmlns:a16="http://schemas.microsoft.com/office/drawing/2014/main" val="127040821"/>
                    </a:ext>
                  </a:extLst>
                </a:gridCol>
                <a:gridCol w="1966607">
                  <a:extLst>
                    <a:ext uri="{9D8B030D-6E8A-4147-A177-3AD203B41FA5}">
                      <a16:colId xmlns:a16="http://schemas.microsoft.com/office/drawing/2014/main" val="149845700"/>
                    </a:ext>
                  </a:extLst>
                </a:gridCol>
                <a:gridCol w="1552755">
                  <a:extLst>
                    <a:ext uri="{9D8B030D-6E8A-4147-A177-3AD203B41FA5}">
                      <a16:colId xmlns:a16="http://schemas.microsoft.com/office/drawing/2014/main" val="3119692462"/>
                    </a:ext>
                  </a:extLst>
                </a:gridCol>
                <a:gridCol w="1559368">
                  <a:extLst>
                    <a:ext uri="{9D8B030D-6E8A-4147-A177-3AD203B41FA5}">
                      <a16:colId xmlns:a16="http://schemas.microsoft.com/office/drawing/2014/main" val="3472639139"/>
                    </a:ext>
                  </a:extLst>
                </a:gridCol>
              </a:tblGrid>
              <a:tr h="586937">
                <a:tc>
                  <a:txBody>
                    <a:bodyPr/>
                    <a:lstStyle>
                      <a:defPPr>
                        <a:defRPr lang="fr-FR"/>
                      </a:defPPr>
                    </a:lstStyle>
                    <a:p>
                      <a:pPr algn="ctr" rtl="0"/>
                      <a:r>
                        <a:rPr lang="fr-FR" sz="1800" noProof="0" dirty="0"/>
                        <a:t>Métrique</a:t>
                      </a:r>
                    </a:p>
                  </a:txBody>
                  <a:tcPr anchor="ctr"/>
                </a:tc>
                <a:tc>
                  <a:txBody>
                    <a:bodyPr/>
                    <a:lstStyle>
                      <a:defPPr>
                        <a:defRPr lang="fr-FR"/>
                      </a:defPPr>
                    </a:lstStyle>
                    <a:p>
                      <a:pPr algn="ctr" rtl="0"/>
                      <a:r>
                        <a:rPr lang="fr-FR" sz="1800" noProof="0" dirty="0"/>
                        <a:t>Mesure</a:t>
                      </a:r>
                    </a:p>
                  </a:txBody>
                  <a:tcPr anchor="ctr"/>
                </a:tc>
                <a:tc>
                  <a:txBody>
                    <a:bodyPr/>
                    <a:lstStyle>
                      <a:defPPr>
                        <a:defRPr lang="fr-FR"/>
                      </a:defPPr>
                    </a:lstStyle>
                    <a:p>
                      <a:pPr algn="ctr" rtl="0"/>
                      <a:r>
                        <a:rPr lang="fr-FR" sz="1800" noProof="0" dirty="0"/>
                        <a:t>Cible</a:t>
                      </a:r>
                    </a:p>
                  </a:txBody>
                  <a:tcPr anchor="ctr"/>
                </a:tc>
                <a:tc>
                  <a:txBody>
                    <a:bodyPr/>
                    <a:lstStyle>
                      <a:defPPr>
                        <a:defRPr lang="fr-FR"/>
                      </a:defPPr>
                    </a:lstStyle>
                    <a:p>
                      <a:pPr algn="ctr" rtl="0"/>
                      <a:r>
                        <a:rPr lang="fr-FR" sz="1800" noProof="0" dirty="0"/>
                        <a:t>Réel</a:t>
                      </a:r>
                    </a:p>
                  </a:txBody>
                  <a:tcPr anchor="ctr"/>
                </a:tc>
                <a:extLst>
                  <a:ext uri="{0D108BD9-81ED-4DB2-BD59-A6C34878D82A}">
                    <a16:rowId xmlns:a16="http://schemas.microsoft.com/office/drawing/2014/main" val="3298013591"/>
                  </a:ext>
                </a:extLst>
              </a:tr>
              <a:tr h="612460">
                <a:tc>
                  <a:txBody>
                    <a:bodyPr/>
                    <a:lstStyle>
                      <a:defPPr>
                        <a:defRPr lang="fr-FR"/>
                      </a:defPPr>
                    </a:lstStyle>
                    <a:p>
                      <a:pPr algn="ctr" rtl="0"/>
                      <a:r>
                        <a:rPr lang="fr-FR" noProof="0" dirty="0"/>
                        <a:t>Participation du public</a:t>
                      </a:r>
                    </a:p>
                  </a:txBody>
                  <a:tcPr anchor="ctr"/>
                </a:tc>
                <a:tc>
                  <a:txBody>
                    <a:bodyPr/>
                    <a:lstStyle>
                      <a:defPPr>
                        <a:defRPr lang="fr-FR"/>
                      </a:defPPr>
                    </a:lstStyle>
                    <a:p>
                      <a:pPr algn="ctr" rtl="0"/>
                      <a:r>
                        <a:rPr lang="fr-FR" noProof="0" dirty="0"/>
                        <a:t>Nombre de participants</a:t>
                      </a:r>
                    </a:p>
                  </a:txBody>
                  <a:tcPr anchor="ctr"/>
                </a:tc>
                <a:tc>
                  <a:txBody>
                    <a:bodyPr/>
                    <a:lstStyle>
                      <a:defPPr>
                        <a:defRPr lang="fr-FR"/>
                      </a:defPPr>
                    </a:lstStyle>
                    <a:p>
                      <a:pPr algn="ctr" rtl="0"/>
                      <a:r>
                        <a:rPr lang="fr-FR" noProof="0" dirty="0"/>
                        <a:t>150</a:t>
                      </a:r>
                    </a:p>
                  </a:txBody>
                  <a:tcPr anchor="ctr"/>
                </a:tc>
                <a:tc>
                  <a:txBody>
                    <a:bodyPr/>
                    <a:lstStyle>
                      <a:defPPr>
                        <a:defRPr lang="fr-FR"/>
                      </a:defPPr>
                    </a:lstStyle>
                    <a:p>
                      <a:pPr algn="ctr" rtl="0"/>
                      <a:r>
                        <a:rPr lang="fr-FR" noProof="0" dirty="0"/>
                        <a:t>120</a:t>
                      </a:r>
                    </a:p>
                  </a:txBody>
                  <a:tcPr anchor="ctr"/>
                </a:tc>
                <a:extLst>
                  <a:ext uri="{0D108BD9-81ED-4DB2-BD59-A6C34878D82A}">
                    <a16:rowId xmlns:a16="http://schemas.microsoft.com/office/drawing/2014/main" val="3873867931"/>
                  </a:ext>
                </a:extLst>
              </a:tr>
              <a:tr h="612460">
                <a:tc>
                  <a:txBody>
                    <a:bodyPr/>
                    <a:lstStyle>
                      <a:defPPr>
                        <a:defRPr lang="fr-FR"/>
                      </a:defPPr>
                    </a:lstStyle>
                    <a:p>
                      <a:pPr algn="ctr" rtl="0"/>
                      <a:r>
                        <a:rPr lang="fr-FR" noProof="0" dirty="0"/>
                        <a:t>Durée de l’engagement</a:t>
                      </a:r>
                    </a:p>
                  </a:txBody>
                  <a:tcPr anchor="ctr"/>
                </a:tc>
                <a:tc>
                  <a:txBody>
                    <a:bodyPr/>
                    <a:lstStyle>
                      <a:defPPr>
                        <a:defRPr lang="fr-FR"/>
                      </a:defPPr>
                    </a:lstStyle>
                    <a:p>
                      <a:pPr algn="ctr" rtl="0"/>
                      <a:r>
                        <a:rPr lang="fr-FR" noProof="0" dirty="0"/>
                        <a:t>Minutes</a:t>
                      </a:r>
                    </a:p>
                  </a:txBody>
                  <a:tcPr anchor="ctr"/>
                </a:tc>
                <a:tc>
                  <a:txBody>
                    <a:bodyPr/>
                    <a:lstStyle>
                      <a:defPPr>
                        <a:defRPr lang="fr-FR"/>
                      </a:defPPr>
                    </a:lstStyle>
                    <a:p>
                      <a:pPr algn="ctr" rtl="0"/>
                      <a:r>
                        <a:rPr lang="fr-FR" noProof="0" dirty="0"/>
                        <a:t>60</a:t>
                      </a:r>
                    </a:p>
                  </a:txBody>
                  <a:tcPr anchor="ctr"/>
                </a:tc>
                <a:tc>
                  <a:txBody>
                    <a:bodyPr/>
                    <a:lstStyle>
                      <a:defPPr>
                        <a:defRPr lang="fr-FR"/>
                      </a:defPPr>
                    </a:lstStyle>
                    <a:p>
                      <a:pPr algn="ctr" rtl="0"/>
                      <a:r>
                        <a:rPr lang="fr-FR" noProof="0" dirty="0"/>
                        <a:t>75</a:t>
                      </a:r>
                    </a:p>
                  </a:txBody>
                  <a:tcPr anchor="ctr"/>
                </a:tc>
                <a:extLst>
                  <a:ext uri="{0D108BD9-81ED-4DB2-BD59-A6C34878D82A}">
                    <a16:rowId xmlns:a16="http://schemas.microsoft.com/office/drawing/2014/main" val="85209771"/>
                  </a:ext>
                </a:extLst>
              </a:tr>
              <a:tr h="586937">
                <a:tc>
                  <a:txBody>
                    <a:bodyPr/>
                    <a:lstStyle>
                      <a:defPPr>
                        <a:defRPr lang="fr-FR"/>
                      </a:defPPr>
                    </a:lstStyle>
                    <a:p>
                      <a:pPr algn="ctr" rtl="0"/>
                      <a:r>
                        <a:rPr lang="fr-FR" noProof="0" dirty="0"/>
                        <a:t>Interactions de Q&amp;A</a:t>
                      </a:r>
                    </a:p>
                  </a:txBody>
                  <a:tcPr anchor="ctr"/>
                </a:tc>
                <a:tc>
                  <a:txBody>
                    <a:bodyPr/>
                    <a:lstStyle>
                      <a:defPPr>
                        <a:defRPr lang="fr-FR"/>
                      </a:defPPr>
                    </a:lstStyle>
                    <a:p>
                      <a:pPr algn="ctr" rtl="0"/>
                      <a:r>
                        <a:rPr lang="fr-FR" noProof="0" dirty="0"/>
                        <a:t>Nombre de questions</a:t>
                      </a:r>
                    </a:p>
                  </a:txBody>
                  <a:tcPr anchor="ctr"/>
                </a:tc>
                <a:tc>
                  <a:txBody>
                    <a:bodyPr/>
                    <a:lstStyle>
                      <a:defPPr>
                        <a:defRPr lang="fr-FR"/>
                      </a:defPPr>
                    </a:lstStyle>
                    <a:p>
                      <a:pPr algn="ctr" rtl="0"/>
                      <a:r>
                        <a:rPr lang="fr-FR" noProof="0" dirty="0"/>
                        <a:t>10</a:t>
                      </a:r>
                    </a:p>
                  </a:txBody>
                  <a:tcPr anchor="ctr"/>
                </a:tc>
                <a:tc>
                  <a:txBody>
                    <a:bodyPr/>
                    <a:lstStyle>
                      <a:defPPr>
                        <a:defRPr lang="fr-FR"/>
                      </a:defPPr>
                    </a:lstStyle>
                    <a:p>
                      <a:pPr algn="ctr" rtl="0"/>
                      <a:r>
                        <a:rPr lang="fr-FR" noProof="0" dirty="0"/>
                        <a:t>15</a:t>
                      </a:r>
                    </a:p>
                  </a:txBody>
                  <a:tcPr anchor="ctr"/>
                </a:tc>
                <a:extLst>
                  <a:ext uri="{0D108BD9-81ED-4DB2-BD59-A6C34878D82A}">
                    <a16:rowId xmlns:a16="http://schemas.microsoft.com/office/drawing/2014/main" val="4061031278"/>
                  </a:ext>
                </a:extLst>
              </a:tr>
              <a:tr h="612460">
                <a:tc>
                  <a:txBody>
                    <a:bodyPr/>
                    <a:lstStyle>
                      <a:defPPr>
                        <a:defRPr lang="fr-FR"/>
                      </a:defPPr>
                    </a:lstStyle>
                    <a:p>
                      <a:pPr algn="ctr" rtl="0"/>
                      <a:r>
                        <a:rPr lang="fr-FR" noProof="0" dirty="0"/>
                        <a:t>Commentaires positifs</a:t>
                      </a:r>
                    </a:p>
                  </a:txBody>
                  <a:tcPr anchor="ctr"/>
                </a:tc>
                <a:tc>
                  <a:txBody>
                    <a:bodyPr/>
                    <a:lstStyle>
                      <a:defPPr>
                        <a:defRPr lang="fr-FR"/>
                      </a:defPPr>
                    </a:lstStyle>
                    <a:p>
                      <a:pPr algn="ctr" rtl="0"/>
                      <a:r>
                        <a:rPr lang="fr-FR" noProof="0" dirty="0"/>
                        <a:t>Pourcentage (%)</a:t>
                      </a:r>
                    </a:p>
                  </a:txBody>
                  <a:tcPr anchor="ctr"/>
                </a:tc>
                <a:tc>
                  <a:txBody>
                    <a:bodyPr/>
                    <a:lstStyle>
                      <a:defPPr>
                        <a:defRPr lang="fr-FR"/>
                      </a:defPPr>
                    </a:lstStyle>
                    <a:p>
                      <a:pPr algn="ctr" rtl="0"/>
                      <a:r>
                        <a:rPr lang="fr-FR" noProof="0" dirty="0"/>
                        <a:t>90</a:t>
                      </a:r>
                    </a:p>
                  </a:txBody>
                  <a:tcPr anchor="ctr"/>
                </a:tc>
                <a:tc>
                  <a:txBody>
                    <a:bodyPr/>
                    <a:lstStyle>
                      <a:defPPr>
                        <a:defRPr lang="fr-FR"/>
                      </a:defPPr>
                    </a:lstStyle>
                    <a:p>
                      <a:pPr algn="ctr" rtl="0"/>
                      <a:r>
                        <a:rPr lang="fr-FR" noProof="0" dirty="0"/>
                        <a:t>95</a:t>
                      </a:r>
                    </a:p>
                  </a:txBody>
                  <a:tcPr anchor="ctr"/>
                </a:tc>
                <a:extLst>
                  <a:ext uri="{0D108BD9-81ED-4DB2-BD59-A6C34878D82A}">
                    <a16:rowId xmlns:a16="http://schemas.microsoft.com/office/drawing/2014/main" val="3591840781"/>
                  </a:ext>
                </a:extLst>
              </a:tr>
              <a:tr h="874943">
                <a:tc>
                  <a:txBody>
                    <a:bodyPr/>
                    <a:lstStyle>
                      <a:defPPr>
                        <a:defRPr lang="fr-FR"/>
                      </a:defPPr>
                    </a:lstStyle>
                    <a:p>
                      <a:pPr algn="ctr" rtl="0"/>
                      <a:r>
                        <a:rPr lang="fr-FR" noProof="0" dirty="0"/>
                        <a:t>Taux de rétention des informations</a:t>
                      </a:r>
                    </a:p>
                  </a:txBody>
                  <a:tcPr anchor="ctr"/>
                </a:tc>
                <a:tc>
                  <a:txBody>
                    <a:bodyPr/>
                    <a:lstStyle>
                      <a:defPPr>
                        <a:defRPr lang="fr-FR"/>
                      </a:defPPr>
                    </a:lstStyle>
                    <a:p>
                      <a:pPr algn="ctr" rtl="0"/>
                      <a:r>
                        <a:rPr lang="fr-FR" noProof="0" dirty="0"/>
                        <a:t>Pourcentage (%)</a:t>
                      </a:r>
                    </a:p>
                  </a:txBody>
                  <a:tcPr anchor="ctr"/>
                </a:tc>
                <a:tc>
                  <a:txBody>
                    <a:bodyPr/>
                    <a:lstStyle>
                      <a:defPPr>
                        <a:defRPr lang="fr-FR"/>
                      </a:defPPr>
                    </a:lstStyle>
                    <a:p>
                      <a:pPr algn="ctr" rtl="0"/>
                      <a:r>
                        <a:rPr lang="fr-FR" noProof="0" dirty="0"/>
                        <a:t>80</a:t>
                      </a:r>
                    </a:p>
                  </a:txBody>
                  <a:tcPr anchor="ctr"/>
                </a:tc>
                <a:tc>
                  <a:txBody>
                    <a:bodyPr/>
                    <a:lstStyle>
                      <a:defPPr>
                        <a:defRPr lang="fr-FR"/>
                      </a:defPPr>
                    </a:lstStyle>
                    <a:p>
                      <a:pPr algn="ctr" rtl="0"/>
                      <a:r>
                        <a:rPr lang="fr-FR" noProof="0" dirty="0"/>
                        <a:t>85</a:t>
                      </a:r>
                    </a:p>
                  </a:txBody>
                  <a:tcPr anchor="ctr"/>
                </a:tc>
                <a:extLst>
                  <a:ext uri="{0D108BD9-81ED-4DB2-BD59-A6C34878D82A}">
                    <a16:rowId xmlns:a16="http://schemas.microsoft.com/office/drawing/2014/main" val="335389741"/>
                  </a:ext>
                </a:extLst>
              </a:tr>
            </a:tbl>
          </a:graphicData>
        </a:graphic>
      </p:graphicFrame>
      <p:pic>
        <p:nvPicPr>
          <p:cNvPr id="3" name="Image 2" descr="Une image contenant capture d’écran, Graphique, Police, symbole&#10;&#10;Description générée automatiquement">
            <a:extLst>
              <a:ext uri="{FF2B5EF4-FFF2-40B4-BE49-F238E27FC236}">
                <a16:creationId xmlns:a16="http://schemas.microsoft.com/office/drawing/2014/main" id="{50DBD07F-D602-4C38-B553-E64F2509782E}"/>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907915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DC00FF-6B42-7D84-7831-AACC4E189E93}"/>
              </a:ext>
            </a:extLst>
          </p:cNvPr>
          <p:cNvSpPr>
            <a:spLocks noGrp="1"/>
          </p:cNvSpPr>
          <p:nvPr>
            <p:ph type="title"/>
          </p:nvPr>
        </p:nvSpPr>
        <p:spPr>
          <a:xfrm>
            <a:off x="5549489" y="457199"/>
            <a:ext cx="5943599" cy="1920240"/>
          </a:xfrm>
        </p:spPr>
        <p:txBody>
          <a:bodyPr rtlCol="0"/>
          <a:lstStyle>
            <a:defPPr>
              <a:defRPr lang="fr-FR"/>
            </a:defPPr>
          </a:lstStyle>
          <a:p>
            <a:pPr rtl="0"/>
            <a:r>
              <a:rPr lang="fr-FR" dirty="0"/>
              <a:t>Derniers conseils et points à retenir</a:t>
            </a:r>
          </a:p>
        </p:txBody>
      </p:sp>
      <p:sp>
        <p:nvSpPr>
          <p:cNvPr id="7" name="Espace réservé du contenu 6">
            <a:extLst>
              <a:ext uri="{FF2B5EF4-FFF2-40B4-BE49-F238E27FC236}">
                <a16:creationId xmlns:a16="http://schemas.microsoft.com/office/drawing/2014/main" id="{CC7FC500-BBFB-3AA4-BEDE-038CB94FFF61}"/>
              </a:ext>
            </a:extLst>
          </p:cNvPr>
          <p:cNvSpPr>
            <a:spLocks noGrp="1" noChangeAspect="1"/>
          </p:cNvSpPr>
          <p:nvPr>
            <p:ph idx="17"/>
          </p:nvPr>
        </p:nvSpPr>
        <p:spPr>
          <a:xfrm>
            <a:off x="823108" y="640080"/>
            <a:ext cx="4297680" cy="4297680"/>
          </a:xfrm>
        </p:spPr>
        <p:txBody>
          <a:bodyPr rtlCol="0"/>
          <a:lstStyle>
            <a:defPPr>
              <a:defRPr lang="fr-FR"/>
            </a:defPPr>
          </a:lstStyle>
          <a:p>
            <a:pPr rtl="0"/>
            <a:r>
              <a:rPr lang="fr-FR" dirty="0"/>
              <a:t>Recueillir des commentaires</a:t>
            </a:r>
          </a:p>
          <a:p>
            <a:pPr rtl="0"/>
            <a:r>
              <a:rPr lang="fr-FR" dirty="0"/>
              <a:t>Examiner les performances</a:t>
            </a:r>
          </a:p>
          <a:p>
            <a:pPr rtl="0"/>
            <a:r>
              <a:rPr lang="fr-FR" dirty="0"/>
              <a:t>Explorez de nouvelles techniques</a:t>
            </a:r>
          </a:p>
          <a:p>
            <a:pPr rtl="0"/>
            <a:r>
              <a:rPr lang="fr-FR" dirty="0"/>
              <a:t>Définissez des objectifs personnels</a:t>
            </a:r>
          </a:p>
          <a:p>
            <a:pPr rtl="0"/>
            <a:r>
              <a:rPr lang="fr-FR" dirty="0"/>
              <a:t>Itérer et adapter</a:t>
            </a:r>
          </a:p>
        </p:txBody>
      </p:sp>
      <p:sp>
        <p:nvSpPr>
          <p:cNvPr id="4" name="Espace réservé du contenu 3">
            <a:extLst>
              <a:ext uri="{FF2B5EF4-FFF2-40B4-BE49-F238E27FC236}">
                <a16:creationId xmlns:a16="http://schemas.microsoft.com/office/drawing/2014/main" id="{DE5C7B5A-A5C3-15D4-DF71-B692D28942FC}"/>
              </a:ext>
            </a:extLst>
          </p:cNvPr>
          <p:cNvSpPr>
            <a:spLocks noGrp="1"/>
          </p:cNvSpPr>
          <p:nvPr>
            <p:ph idx="15"/>
          </p:nvPr>
        </p:nvSpPr>
        <p:spPr>
          <a:xfrm>
            <a:off x="5549900" y="2706688"/>
            <a:ext cx="5943600" cy="3382962"/>
          </a:xfrm>
        </p:spPr>
        <p:txBody>
          <a:bodyPr rtlCol="0">
            <a:normAutofit lnSpcReduction="10000"/>
          </a:bodyPr>
          <a:lstStyle>
            <a:defPPr>
              <a:defRPr lang="fr-FR"/>
            </a:defPPr>
          </a:lstStyle>
          <a:p>
            <a:pPr rtl="0"/>
            <a:r>
              <a:rPr lang="fr-FR" dirty="0"/>
              <a:t>Répétition cohérente</a:t>
            </a:r>
          </a:p>
          <a:p>
            <a:pPr lvl="1" rtl="0"/>
            <a:r>
              <a:rPr lang="fr-FR" dirty="0"/>
              <a:t>Renforcez votre connaissance</a:t>
            </a:r>
          </a:p>
          <a:p>
            <a:pPr rtl="0"/>
            <a:r>
              <a:rPr lang="fr-FR" dirty="0"/>
              <a:t>Affiner le style de discours</a:t>
            </a:r>
          </a:p>
          <a:p>
            <a:pPr lvl="1" rtl="0"/>
            <a:r>
              <a:rPr lang="fr-FR" dirty="0"/>
              <a:t>Rythme, ton et accentuation</a:t>
            </a:r>
          </a:p>
          <a:p>
            <a:pPr rtl="0"/>
            <a:r>
              <a:rPr lang="fr-FR" dirty="0"/>
              <a:t>Minutage et transitions</a:t>
            </a:r>
          </a:p>
          <a:p>
            <a:pPr lvl="1" rtl="0"/>
            <a:r>
              <a:rPr lang="fr-FR" dirty="0"/>
              <a:t>Rechercher un discours professionnel et fluide</a:t>
            </a:r>
          </a:p>
          <a:p>
            <a:pPr rtl="0"/>
            <a:r>
              <a:rPr lang="fr-FR" dirty="0"/>
              <a:t>Entraînez-vous à parler en public</a:t>
            </a:r>
          </a:p>
          <a:p>
            <a:pPr lvl="1" rtl="0"/>
            <a:r>
              <a:rPr lang="fr-FR" dirty="0"/>
              <a:t>Solliciter des collègues pour écouter et donner leur avis</a:t>
            </a:r>
          </a:p>
          <a:p>
            <a:pPr lvl="1" rtl="0"/>
            <a:endParaRPr lang="fr-FR" dirty="0"/>
          </a:p>
          <a:p>
            <a:pPr rtl="0"/>
            <a:endParaRPr lang="fr-FR" dirty="0"/>
          </a:p>
        </p:txBody>
      </p:sp>
      <p:pic>
        <p:nvPicPr>
          <p:cNvPr id="3" name="Image 2" descr="Une image contenant capture d’écran, Graphique, Police, symbole&#10;&#10;Description générée automatiquement">
            <a:extLst>
              <a:ext uri="{FF2B5EF4-FFF2-40B4-BE49-F238E27FC236}">
                <a16:creationId xmlns:a16="http://schemas.microsoft.com/office/drawing/2014/main" id="{209A3176-5954-EAF3-6761-DE2EC5FEC3D1}"/>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853261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00786E-306F-FA21-4F87-81A032C68696}"/>
              </a:ext>
            </a:extLst>
          </p:cNvPr>
          <p:cNvSpPr>
            <a:spLocks noGrp="1"/>
          </p:cNvSpPr>
          <p:nvPr>
            <p:ph type="title"/>
          </p:nvPr>
        </p:nvSpPr>
        <p:spPr>
          <a:xfrm>
            <a:off x="1167492" y="136526"/>
            <a:ext cx="9779183" cy="1570038"/>
          </a:xfrm>
        </p:spPr>
        <p:txBody>
          <a:bodyPr rtlCol="0"/>
          <a:lstStyle>
            <a:defPPr>
              <a:defRPr lang="fr-FR"/>
            </a:defPPr>
          </a:lstStyle>
          <a:p>
            <a:pPr rtl="0"/>
            <a:r>
              <a:rPr lang="fr-FR"/>
              <a:t>Mesures d’engagement du discours</a:t>
            </a:r>
          </a:p>
        </p:txBody>
      </p:sp>
      <p:graphicFrame>
        <p:nvGraphicFramePr>
          <p:cNvPr id="4" name="Espace réservé du tableau 3">
            <a:extLst>
              <a:ext uri="{FF2B5EF4-FFF2-40B4-BE49-F238E27FC236}">
                <a16:creationId xmlns:a16="http://schemas.microsoft.com/office/drawing/2014/main" id="{E45D850A-4F58-6F54-953E-5ADC96B2EEB5}"/>
              </a:ext>
            </a:extLst>
          </p:cNvPr>
          <p:cNvGraphicFramePr>
            <a:graphicFrameLocks noGrp="1"/>
          </p:cNvGraphicFramePr>
          <p:nvPr>
            <p:ph idx="1"/>
            <p:extLst>
              <p:ext uri="{D42A27DB-BD31-4B8C-83A1-F6EECF244321}">
                <p14:modId xmlns:p14="http://schemas.microsoft.com/office/powerpoint/2010/main" val="585623026"/>
              </p:ext>
            </p:extLst>
          </p:nvPr>
        </p:nvGraphicFramePr>
        <p:xfrm>
          <a:off x="1166813" y="2084388"/>
          <a:ext cx="9821228" cy="3886200"/>
        </p:xfrm>
        <a:graphic>
          <a:graphicData uri="http://schemas.openxmlformats.org/drawingml/2006/table">
            <a:tbl>
              <a:tblPr firstRow="1" bandRow="1">
                <a:tableStyleId>{69012ECD-51FC-41F1-AA8D-1B2483CD663E}</a:tableStyleId>
              </a:tblPr>
              <a:tblGrid>
                <a:gridCol w="2455307">
                  <a:extLst>
                    <a:ext uri="{9D8B030D-6E8A-4147-A177-3AD203B41FA5}">
                      <a16:colId xmlns:a16="http://schemas.microsoft.com/office/drawing/2014/main" val="2382218087"/>
                    </a:ext>
                  </a:extLst>
                </a:gridCol>
                <a:gridCol w="2455307">
                  <a:extLst>
                    <a:ext uri="{9D8B030D-6E8A-4147-A177-3AD203B41FA5}">
                      <a16:colId xmlns:a16="http://schemas.microsoft.com/office/drawing/2014/main" val="3953468724"/>
                    </a:ext>
                  </a:extLst>
                </a:gridCol>
                <a:gridCol w="2455307">
                  <a:extLst>
                    <a:ext uri="{9D8B030D-6E8A-4147-A177-3AD203B41FA5}">
                      <a16:colId xmlns:a16="http://schemas.microsoft.com/office/drawing/2014/main" val="4277526474"/>
                    </a:ext>
                  </a:extLst>
                </a:gridCol>
                <a:gridCol w="2455307">
                  <a:extLst>
                    <a:ext uri="{9D8B030D-6E8A-4147-A177-3AD203B41FA5}">
                      <a16:colId xmlns:a16="http://schemas.microsoft.com/office/drawing/2014/main" val="2438884888"/>
                    </a:ext>
                  </a:extLst>
                </a:gridCol>
              </a:tblGrid>
              <a:tr h="647700">
                <a:tc>
                  <a:txBody>
                    <a:bodyPr/>
                    <a:lstStyle>
                      <a:defPPr>
                        <a:defRPr lang="fr-FR"/>
                      </a:defPPr>
                    </a:lstStyle>
                    <a:p>
                      <a:pPr algn="ctr" rtl="0"/>
                      <a:r>
                        <a:rPr lang="fr-FR" sz="1800"/>
                        <a:t>Facteur d’impact</a:t>
                      </a:r>
                    </a:p>
                  </a:txBody>
                  <a:tcPr anchor="ctr"/>
                </a:tc>
                <a:tc>
                  <a:txBody>
                    <a:bodyPr/>
                    <a:lstStyle>
                      <a:defPPr>
                        <a:defRPr lang="fr-FR"/>
                      </a:defPPr>
                    </a:lstStyle>
                    <a:p>
                      <a:pPr algn="ctr" rtl="0"/>
                      <a:r>
                        <a:rPr lang="fr-FR" sz="1800"/>
                        <a:t>Mesure</a:t>
                      </a:r>
                    </a:p>
                  </a:txBody>
                  <a:tcPr anchor="ctr"/>
                </a:tc>
                <a:tc>
                  <a:txBody>
                    <a:bodyPr/>
                    <a:lstStyle>
                      <a:defPPr>
                        <a:defRPr lang="fr-FR"/>
                      </a:defPPr>
                    </a:lstStyle>
                    <a:p>
                      <a:pPr algn="ctr" rtl="0"/>
                      <a:r>
                        <a:rPr lang="fr-FR" sz="1800"/>
                        <a:t>Cible</a:t>
                      </a:r>
                    </a:p>
                  </a:txBody>
                  <a:tcPr anchor="ctr"/>
                </a:tc>
                <a:tc>
                  <a:txBody>
                    <a:bodyPr/>
                    <a:lstStyle>
                      <a:defPPr>
                        <a:defRPr lang="fr-FR"/>
                      </a:defPPr>
                    </a:lstStyle>
                    <a:p>
                      <a:pPr algn="ctr" rtl="0"/>
                      <a:r>
                        <a:rPr lang="fr-FR" sz="1800"/>
                        <a:t>Atteint</a:t>
                      </a:r>
                    </a:p>
                  </a:txBody>
                  <a:tcPr anchor="ctr"/>
                </a:tc>
                <a:extLst>
                  <a:ext uri="{0D108BD9-81ED-4DB2-BD59-A6C34878D82A}">
                    <a16:rowId xmlns:a16="http://schemas.microsoft.com/office/drawing/2014/main" val="2857107962"/>
                  </a:ext>
                </a:extLst>
              </a:tr>
              <a:tr h="647700">
                <a:tc>
                  <a:txBody>
                    <a:bodyPr/>
                    <a:lstStyle>
                      <a:defPPr>
                        <a:defRPr lang="fr-FR"/>
                      </a:defPPr>
                    </a:lstStyle>
                    <a:p>
                      <a:pPr algn="ctr" rtl="0"/>
                      <a:r>
                        <a:rPr lang="fr-FR"/>
                        <a:t>Interaction du public</a:t>
                      </a:r>
                    </a:p>
                  </a:txBody>
                  <a:tcPr anchor="ctr"/>
                </a:tc>
                <a:tc>
                  <a:txBody>
                    <a:bodyPr/>
                    <a:lstStyle>
                      <a:defPPr>
                        <a:defRPr lang="fr-FR"/>
                      </a:defPPr>
                    </a:lstStyle>
                    <a:p>
                      <a:pPr algn="ctr" rtl="0"/>
                      <a:r>
                        <a:rPr lang="fr-FR"/>
                        <a:t>Pourcentage (%)</a:t>
                      </a:r>
                    </a:p>
                  </a:txBody>
                  <a:tcPr anchor="ctr"/>
                </a:tc>
                <a:tc>
                  <a:txBody>
                    <a:bodyPr/>
                    <a:lstStyle>
                      <a:defPPr>
                        <a:defRPr lang="fr-FR"/>
                      </a:defPPr>
                    </a:lstStyle>
                    <a:p>
                      <a:pPr algn="ctr" rtl="0"/>
                      <a:r>
                        <a:rPr lang="fr-FR"/>
                        <a:t>85</a:t>
                      </a:r>
                    </a:p>
                  </a:txBody>
                  <a:tcPr anchor="ctr"/>
                </a:tc>
                <a:tc>
                  <a:txBody>
                    <a:bodyPr/>
                    <a:lstStyle>
                      <a:defPPr>
                        <a:defRPr lang="fr-FR"/>
                      </a:defPPr>
                    </a:lstStyle>
                    <a:p>
                      <a:pPr algn="ctr" rtl="0"/>
                      <a:r>
                        <a:rPr lang="fr-FR"/>
                        <a:t>88</a:t>
                      </a:r>
                    </a:p>
                  </a:txBody>
                  <a:tcPr anchor="ctr"/>
                </a:tc>
                <a:extLst>
                  <a:ext uri="{0D108BD9-81ED-4DB2-BD59-A6C34878D82A}">
                    <a16:rowId xmlns:a16="http://schemas.microsoft.com/office/drawing/2014/main" val="1671386868"/>
                  </a:ext>
                </a:extLst>
              </a:tr>
              <a:tr h="647700">
                <a:tc>
                  <a:txBody>
                    <a:bodyPr/>
                    <a:lstStyle>
                      <a:defPPr>
                        <a:defRPr lang="fr-FR"/>
                      </a:defPPr>
                    </a:lstStyle>
                    <a:p>
                      <a:pPr algn="ctr" rtl="0"/>
                      <a:r>
                        <a:rPr lang="fr-FR" dirty="0"/>
                        <a:t>Rétention de connaissances</a:t>
                      </a:r>
                    </a:p>
                  </a:txBody>
                  <a:tcPr anchor="ctr"/>
                </a:tc>
                <a:tc>
                  <a:txBody>
                    <a:bodyPr/>
                    <a:lstStyle>
                      <a:defPPr>
                        <a:defRPr lang="fr-FR"/>
                      </a:defPPr>
                    </a:lstStyle>
                    <a:p>
                      <a:pPr algn="ctr" rtl="0"/>
                      <a:r>
                        <a:rPr lang="fr-FR" dirty="0"/>
                        <a:t>Pourcentage (%)</a:t>
                      </a:r>
                    </a:p>
                  </a:txBody>
                  <a:tcPr anchor="ctr"/>
                </a:tc>
                <a:tc>
                  <a:txBody>
                    <a:bodyPr/>
                    <a:lstStyle>
                      <a:defPPr>
                        <a:defRPr lang="fr-FR"/>
                      </a:defPPr>
                    </a:lstStyle>
                    <a:p>
                      <a:pPr algn="ctr" rtl="0"/>
                      <a:r>
                        <a:rPr lang="fr-FR"/>
                        <a:t>75</a:t>
                      </a:r>
                    </a:p>
                  </a:txBody>
                  <a:tcPr anchor="ctr"/>
                </a:tc>
                <a:tc>
                  <a:txBody>
                    <a:bodyPr/>
                    <a:lstStyle>
                      <a:defPPr>
                        <a:defRPr lang="fr-FR"/>
                      </a:defPPr>
                    </a:lstStyle>
                    <a:p>
                      <a:pPr algn="ctr" rtl="0"/>
                      <a:r>
                        <a:rPr lang="fr-FR"/>
                        <a:t>80</a:t>
                      </a:r>
                    </a:p>
                  </a:txBody>
                  <a:tcPr anchor="ctr"/>
                </a:tc>
                <a:extLst>
                  <a:ext uri="{0D108BD9-81ED-4DB2-BD59-A6C34878D82A}">
                    <a16:rowId xmlns:a16="http://schemas.microsoft.com/office/drawing/2014/main" val="380626418"/>
                  </a:ext>
                </a:extLst>
              </a:tr>
              <a:tr h="647700">
                <a:tc>
                  <a:txBody>
                    <a:bodyPr/>
                    <a:lstStyle>
                      <a:defPPr>
                        <a:defRPr lang="fr-FR"/>
                      </a:defPPr>
                    </a:lstStyle>
                    <a:p>
                      <a:pPr algn="ctr" rtl="0"/>
                      <a:r>
                        <a:rPr lang="fr-FR" dirty="0"/>
                        <a:t>Enquêtes postérieures à la présentation</a:t>
                      </a:r>
                    </a:p>
                  </a:txBody>
                  <a:tcPr anchor="ctr"/>
                </a:tc>
                <a:tc>
                  <a:txBody>
                    <a:bodyPr/>
                    <a:lstStyle>
                      <a:defPPr>
                        <a:defRPr lang="fr-FR"/>
                      </a:defPPr>
                    </a:lstStyle>
                    <a:p>
                      <a:pPr algn="ctr" rtl="0"/>
                      <a:r>
                        <a:rPr lang="fr-FR"/>
                        <a:t>Note moyenne</a:t>
                      </a:r>
                    </a:p>
                  </a:txBody>
                  <a:tcPr anchor="ctr"/>
                </a:tc>
                <a:tc>
                  <a:txBody>
                    <a:bodyPr/>
                    <a:lstStyle>
                      <a:defPPr>
                        <a:defRPr lang="fr-FR"/>
                      </a:defPPr>
                    </a:lstStyle>
                    <a:p>
                      <a:pPr algn="ctr" rtl="0"/>
                      <a:r>
                        <a:rPr lang="fr-FR"/>
                        <a:t>4,2</a:t>
                      </a:r>
                    </a:p>
                  </a:txBody>
                  <a:tcPr anchor="ctr"/>
                </a:tc>
                <a:tc>
                  <a:txBody>
                    <a:bodyPr/>
                    <a:lstStyle>
                      <a:defPPr>
                        <a:defRPr lang="fr-FR"/>
                      </a:defPPr>
                    </a:lstStyle>
                    <a:p>
                      <a:pPr algn="ctr" rtl="0"/>
                      <a:r>
                        <a:rPr lang="fr-FR"/>
                        <a:t>4,5</a:t>
                      </a:r>
                    </a:p>
                  </a:txBody>
                  <a:tcPr anchor="ctr"/>
                </a:tc>
                <a:extLst>
                  <a:ext uri="{0D108BD9-81ED-4DB2-BD59-A6C34878D82A}">
                    <a16:rowId xmlns:a16="http://schemas.microsoft.com/office/drawing/2014/main" val="2132482967"/>
                  </a:ext>
                </a:extLst>
              </a:tr>
              <a:tr h="647700">
                <a:tc>
                  <a:txBody>
                    <a:bodyPr/>
                    <a:lstStyle>
                      <a:defPPr>
                        <a:defRPr lang="fr-FR"/>
                      </a:defPPr>
                    </a:lstStyle>
                    <a:p>
                      <a:pPr algn="ctr" rtl="0"/>
                      <a:r>
                        <a:rPr lang="fr-FR"/>
                        <a:t>Taux de référence</a:t>
                      </a:r>
                    </a:p>
                  </a:txBody>
                  <a:tcPr anchor="ctr"/>
                </a:tc>
                <a:tc>
                  <a:txBody>
                    <a:bodyPr/>
                    <a:lstStyle>
                      <a:defPPr>
                        <a:defRPr lang="fr-FR"/>
                      </a:defPPr>
                    </a:lstStyle>
                    <a:p>
                      <a:pPr algn="ctr" rtl="0"/>
                      <a:r>
                        <a:rPr lang="fr-FR"/>
                        <a:t>Pourcentage (%)</a:t>
                      </a:r>
                    </a:p>
                  </a:txBody>
                  <a:tcPr anchor="ctr"/>
                </a:tc>
                <a:tc>
                  <a:txBody>
                    <a:bodyPr/>
                    <a:lstStyle>
                      <a:defPPr>
                        <a:defRPr lang="fr-FR"/>
                      </a:defPPr>
                    </a:lstStyle>
                    <a:p>
                      <a:pPr algn="ctr" rtl="0"/>
                      <a:r>
                        <a:rPr lang="fr-FR"/>
                        <a:t>10</a:t>
                      </a:r>
                    </a:p>
                  </a:txBody>
                  <a:tcPr anchor="ctr"/>
                </a:tc>
                <a:tc>
                  <a:txBody>
                    <a:bodyPr/>
                    <a:lstStyle>
                      <a:defPPr>
                        <a:defRPr lang="fr-FR"/>
                      </a:defPPr>
                    </a:lstStyle>
                    <a:p>
                      <a:pPr algn="ctr" rtl="0"/>
                      <a:r>
                        <a:rPr lang="fr-FR"/>
                        <a:t>12</a:t>
                      </a:r>
                    </a:p>
                  </a:txBody>
                  <a:tcPr anchor="ctr"/>
                </a:tc>
                <a:extLst>
                  <a:ext uri="{0D108BD9-81ED-4DB2-BD59-A6C34878D82A}">
                    <a16:rowId xmlns:a16="http://schemas.microsoft.com/office/drawing/2014/main" val="3936251906"/>
                  </a:ext>
                </a:extLst>
              </a:tr>
              <a:tr h="647700">
                <a:tc>
                  <a:txBody>
                    <a:bodyPr/>
                    <a:lstStyle>
                      <a:defPPr>
                        <a:defRPr lang="fr-FR"/>
                      </a:defPPr>
                    </a:lstStyle>
                    <a:p>
                      <a:pPr algn="ctr" rtl="0"/>
                      <a:r>
                        <a:rPr lang="fr-FR" dirty="0"/>
                        <a:t>Opportunités de collaboration</a:t>
                      </a:r>
                    </a:p>
                  </a:txBody>
                  <a:tcPr anchor="ctr"/>
                </a:tc>
                <a:tc>
                  <a:txBody>
                    <a:bodyPr/>
                    <a:lstStyle>
                      <a:defPPr>
                        <a:defRPr lang="fr-FR"/>
                      </a:defPPr>
                    </a:lstStyle>
                    <a:p>
                      <a:pPr algn="ctr" rtl="0"/>
                      <a:r>
                        <a:rPr lang="fr-FR"/>
                        <a:t>Nombre d’opportunités</a:t>
                      </a:r>
                    </a:p>
                  </a:txBody>
                  <a:tcPr anchor="ctr"/>
                </a:tc>
                <a:tc>
                  <a:txBody>
                    <a:bodyPr/>
                    <a:lstStyle>
                      <a:defPPr>
                        <a:defRPr lang="fr-FR"/>
                      </a:defPPr>
                    </a:lstStyle>
                    <a:p>
                      <a:pPr algn="ctr" rtl="0"/>
                      <a:r>
                        <a:rPr lang="fr-FR"/>
                        <a:t>8</a:t>
                      </a:r>
                    </a:p>
                  </a:txBody>
                  <a:tcPr anchor="ctr"/>
                </a:tc>
                <a:tc>
                  <a:txBody>
                    <a:bodyPr/>
                    <a:lstStyle>
                      <a:defPPr>
                        <a:defRPr lang="fr-FR"/>
                      </a:defPPr>
                    </a:lstStyle>
                    <a:p>
                      <a:pPr algn="ctr" rtl="0"/>
                      <a:r>
                        <a:rPr lang="fr-FR" dirty="0"/>
                        <a:t>10</a:t>
                      </a:r>
                    </a:p>
                  </a:txBody>
                  <a:tcPr anchor="ctr"/>
                </a:tc>
                <a:extLst>
                  <a:ext uri="{0D108BD9-81ED-4DB2-BD59-A6C34878D82A}">
                    <a16:rowId xmlns:a16="http://schemas.microsoft.com/office/drawing/2014/main" val="568537164"/>
                  </a:ext>
                </a:extLst>
              </a:tr>
            </a:tbl>
          </a:graphicData>
        </a:graphic>
      </p:graphicFrame>
      <p:pic>
        <p:nvPicPr>
          <p:cNvPr id="3" name="Image 2" descr="Une image contenant capture d’écran, Graphique, Police, symbole&#10;&#10;Description générée automatiquement">
            <a:extLst>
              <a:ext uri="{FF2B5EF4-FFF2-40B4-BE49-F238E27FC236}">
                <a16:creationId xmlns:a16="http://schemas.microsoft.com/office/drawing/2014/main" id="{417FFB95-8F05-1FDC-9AC0-DA3B6C74DF6D}"/>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1678163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rtlCol="0"/>
          <a:lstStyle>
            <a:defPPr>
              <a:defRPr lang="fr-FR"/>
            </a:defPPr>
          </a:lstStyle>
          <a:p>
            <a:pPr rtl="0"/>
            <a:r>
              <a:rPr lang="fr-FR"/>
              <a:t>Merci</a:t>
            </a:r>
          </a:p>
        </p:txBody>
      </p:sp>
      <p:sp>
        <p:nvSpPr>
          <p:cNvPr id="5" name="Sous-titr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rtlCol="0"/>
          <a:lstStyle>
            <a:defPPr>
              <a:defRPr lang="fr-FR"/>
            </a:defPPr>
          </a:lstStyle>
          <a:p>
            <a:pPr rtl="0"/>
            <a:r>
              <a:rPr lang="fr-FR"/>
              <a:t>Brita Tamm​</a:t>
            </a:r>
          </a:p>
          <a:p>
            <a:pPr rtl="0"/>
            <a:r>
              <a:rPr lang="fr-FR"/>
              <a:t>502-555-0152</a:t>
            </a:r>
          </a:p>
          <a:p>
            <a:pPr rtl="0"/>
            <a:r>
              <a:rPr lang="fr-FR"/>
              <a:t>brita@firstupconsultants.com</a:t>
            </a:r>
          </a:p>
          <a:p>
            <a:pPr rtl="0"/>
            <a:r>
              <a:rPr lang="fr-FR"/>
              <a:t>www.firstupconsultants.com</a:t>
            </a:r>
          </a:p>
        </p:txBody>
      </p:sp>
      <p:pic>
        <p:nvPicPr>
          <p:cNvPr id="2" name="Image 1" descr="Une image contenant capture d’écran, Graphique, Police, symbole&#10;&#10;Description générée automatiquement">
            <a:extLst>
              <a:ext uri="{FF2B5EF4-FFF2-40B4-BE49-F238E27FC236}">
                <a16:creationId xmlns:a16="http://schemas.microsoft.com/office/drawing/2014/main" id="{CA22F0A2-E2E1-1DB1-C39E-FCB738314242}"/>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Personnalisé">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3135354_TF45331398_Win32" id="{C5EE15C2-F5A4-4765-8CC2-D658FE393FBC}" vid="{03207F67-BCF6-498B-8870-4FA7CB04C4B8}"/>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Présentation universelle</Template>
  <TotalTime>707</TotalTime>
  <Words>732</Words>
  <Application>Microsoft Office PowerPoint</Application>
  <PresentationFormat>Grand écran</PresentationFormat>
  <Paragraphs>166</Paragraphs>
  <Slides>25</Slides>
  <Notes>25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25</vt:i4>
      </vt:variant>
    </vt:vector>
  </HeadingPairs>
  <TitlesOfParts>
    <vt:vector size="29" baseType="lpstr">
      <vt:lpstr>Arial</vt:lpstr>
      <vt:lpstr>Calibri</vt:lpstr>
      <vt:lpstr>Tenorite</vt:lpstr>
      <vt:lpstr>Personnalisé</vt:lpstr>
      <vt:lpstr>TP6– Gestion des accès et privilèges appropriés</vt:lpstr>
      <vt:lpstr>Sommaire</vt:lpstr>
      <vt:lpstr> </vt:lpstr>
      <vt:lpstr>Préparez la machine virtuelle Windows server 2016</vt:lpstr>
      <vt:lpstr>Préparez la machine virtuelle Windows server 2016</vt:lpstr>
      <vt:lpstr>Créez les différents partages en relevant les chemins d’accès qui servent à définir un lecteur réseau pour chaque compte.</vt:lpstr>
      <vt:lpstr>Définissez les autorisations sur les partages</vt:lpstr>
      <vt:lpstr>Définissez les autorisations sur les partages</vt:lpstr>
      <vt:lpstr>Réalisez les tests.</vt:lpstr>
      <vt:lpstr>Réalisez les tests.</vt:lpstr>
      <vt:lpstr>Réalisez les tests.</vt:lpstr>
      <vt:lpstr>Présentation PowerPoint</vt:lpstr>
      <vt:lpstr>  </vt:lpstr>
      <vt:lpstr>Présentation PowerPoint</vt:lpstr>
      <vt:lpstr>Présentation PowerPoint</vt:lpstr>
      <vt:lpstr>Présentation PowerPoint</vt:lpstr>
      <vt:lpstr>Suscitez l’intérêt du public</vt:lpstr>
      <vt:lpstr>Sélection d’aides visuelles</vt:lpstr>
      <vt:lpstr>Techniques de livraison efficaces</vt:lpstr>
      <vt:lpstr>Navigation dans les sessions questions et réponses</vt:lpstr>
      <vt:lpstr>Impact de l’élocution </vt:lpstr>
      <vt:lpstr>Discours dynamique</vt:lpstr>
      <vt:lpstr>Derniers conseils et points à retenir</vt:lpstr>
      <vt:lpstr>Mesures d’engagement du discours</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CASTRO</dc:creator>
  <cp:lastModifiedBy>Nathan Castro</cp:lastModifiedBy>
  <cp:revision>7</cp:revision>
  <dcterms:created xsi:type="dcterms:W3CDTF">2024-11-15T07:14:39Z</dcterms:created>
  <dcterms:modified xsi:type="dcterms:W3CDTF">2025-03-24T07:19:40Z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