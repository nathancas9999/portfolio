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9"/>
  </p:notesMasterIdLst>
  <p:handoutMasterIdLst>
    <p:handoutMasterId r:id="rId40"/>
  </p:handoutMasterIdLst>
  <p:sldIdLst>
    <p:sldId id="256" r:id="rId5"/>
    <p:sldId id="257" r:id="rId6"/>
    <p:sldId id="286" r:id="rId7"/>
    <p:sldId id="288" r:id="rId8"/>
    <p:sldId id="307" r:id="rId9"/>
    <p:sldId id="308" r:id="rId10"/>
    <p:sldId id="309" r:id="rId11"/>
    <p:sldId id="310" r:id="rId12"/>
    <p:sldId id="311" r:id="rId13"/>
    <p:sldId id="312" r:id="rId14"/>
    <p:sldId id="313" r:id="rId15"/>
    <p:sldId id="314" r:id="rId16"/>
    <p:sldId id="306" r:id="rId17"/>
    <p:sldId id="300" r:id="rId18"/>
    <p:sldId id="315" r:id="rId19"/>
    <p:sldId id="301" r:id="rId20"/>
    <p:sldId id="316" r:id="rId21"/>
    <p:sldId id="317" r:id="rId22"/>
    <p:sldId id="320" r:id="rId23"/>
    <p:sldId id="319" r:id="rId24"/>
    <p:sldId id="318" r:id="rId25"/>
    <p:sldId id="303" r:id="rId26"/>
    <p:sldId id="305" r:id="rId27"/>
    <p:sldId id="304" r:id="rId28"/>
    <p:sldId id="302" r:id="rId29"/>
    <p:sldId id="289" r:id="rId30"/>
    <p:sldId id="297" r:id="rId31"/>
    <p:sldId id="290" r:id="rId32"/>
    <p:sldId id="291" r:id="rId33"/>
    <p:sldId id="292" r:id="rId34"/>
    <p:sldId id="295" r:id="rId35"/>
    <p:sldId id="294" r:id="rId36"/>
    <p:sldId id="298" r:id="rId37"/>
    <p:sldId id="296" r:id="rId38"/>
  </p:sldIdLst>
  <p:sldSz cx="12192000" cy="6858000"/>
  <p:notesSz cx="6858000" cy="9144000"/>
  <p:defaultTextStyle>
    <a:defPPr rtl="0">
      <a:defRPr lang="fr-FR"/>
    </a:defPPr>
    <a:lvl1pPr marL="0" algn="l" defTabSz="914400" rtl="0" eaLnBrk="1" latinLnBrk="0" hangingPunct="1">
      <a:defRPr lang="fr-FR" sz="1800" kern="1200">
        <a:solidFill>
          <a:schemeClr val="tx1"/>
        </a:solidFill>
        <a:latin typeface="+mn-lt"/>
        <a:ea typeface="+mn-ea"/>
        <a:cs typeface="+mn-cs"/>
      </a:defRPr>
    </a:lvl1pPr>
    <a:lvl2pPr marL="457200" algn="l" defTabSz="914400" rtl="0" eaLnBrk="1" latinLnBrk="0" hangingPunct="1">
      <a:defRPr lang="fr-FR" sz="1800" kern="1200">
        <a:solidFill>
          <a:schemeClr val="tx1"/>
        </a:solidFill>
        <a:latin typeface="+mn-lt"/>
        <a:ea typeface="+mn-ea"/>
        <a:cs typeface="+mn-cs"/>
      </a:defRPr>
    </a:lvl2pPr>
    <a:lvl3pPr marL="914400" algn="l" defTabSz="914400" rtl="0" eaLnBrk="1" latinLnBrk="0" hangingPunct="1">
      <a:defRPr lang="fr-FR" sz="1800" kern="1200">
        <a:solidFill>
          <a:schemeClr val="tx1"/>
        </a:solidFill>
        <a:latin typeface="+mn-lt"/>
        <a:ea typeface="+mn-ea"/>
        <a:cs typeface="+mn-cs"/>
      </a:defRPr>
    </a:lvl3pPr>
    <a:lvl4pPr marL="1371600" algn="l" defTabSz="914400" rtl="0" eaLnBrk="1" latinLnBrk="0" hangingPunct="1">
      <a:defRPr lang="fr-FR" sz="1800" kern="1200">
        <a:solidFill>
          <a:schemeClr val="tx1"/>
        </a:solidFill>
        <a:latin typeface="+mn-lt"/>
        <a:ea typeface="+mn-ea"/>
        <a:cs typeface="+mn-cs"/>
      </a:defRPr>
    </a:lvl4pPr>
    <a:lvl5pPr marL="1828800" algn="l" defTabSz="914400" rtl="0" eaLnBrk="1" latinLnBrk="0" hangingPunct="1">
      <a:defRPr lang="fr-FR" sz="1800" kern="1200">
        <a:solidFill>
          <a:schemeClr val="tx1"/>
        </a:solidFill>
        <a:latin typeface="+mn-lt"/>
        <a:ea typeface="+mn-ea"/>
        <a:cs typeface="+mn-cs"/>
      </a:defRPr>
    </a:lvl5pPr>
    <a:lvl6pPr marL="2286000" algn="l" defTabSz="914400" rtl="0" eaLnBrk="1" latinLnBrk="0" hangingPunct="1">
      <a:defRPr lang="fr-FR" sz="1800" kern="1200">
        <a:solidFill>
          <a:schemeClr val="tx1"/>
        </a:solidFill>
        <a:latin typeface="+mn-lt"/>
        <a:ea typeface="+mn-ea"/>
        <a:cs typeface="+mn-cs"/>
      </a:defRPr>
    </a:lvl6pPr>
    <a:lvl7pPr marL="2743200" algn="l" defTabSz="914400" rtl="0" eaLnBrk="1" latinLnBrk="0" hangingPunct="1">
      <a:defRPr lang="fr-FR" sz="1800" kern="1200">
        <a:solidFill>
          <a:schemeClr val="tx1"/>
        </a:solidFill>
        <a:latin typeface="+mn-lt"/>
        <a:ea typeface="+mn-ea"/>
        <a:cs typeface="+mn-cs"/>
      </a:defRPr>
    </a:lvl7pPr>
    <a:lvl8pPr marL="3200400" algn="l" defTabSz="914400" rtl="0" eaLnBrk="1" latinLnBrk="0" hangingPunct="1">
      <a:defRPr lang="fr-FR" sz="1800" kern="1200">
        <a:solidFill>
          <a:schemeClr val="tx1"/>
        </a:solidFill>
        <a:latin typeface="+mn-lt"/>
        <a:ea typeface="+mn-ea"/>
        <a:cs typeface="+mn-cs"/>
      </a:defRPr>
    </a:lvl8pPr>
    <a:lvl9pPr marL="3657600" algn="l" defTabSz="914400" rtl="0" eaLnBrk="1" latinLnBrk="0" hangingPunct="1">
      <a:defRPr lang="fr-F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eu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646" autoAdjust="0"/>
  </p:normalViewPr>
  <p:slideViewPr>
    <p:cSldViewPr snapToGrid="0">
      <p:cViewPr varScale="1">
        <p:scale>
          <a:sx n="106" d="100"/>
          <a:sy n="106" d="100"/>
        </p:scale>
        <p:origin x="792" y="78"/>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97" d="100"/>
          <a:sy n="97" d="100"/>
        </p:scale>
        <p:origin x="2868"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fr-FR" sz="1200"/>
            </a:lvl1pPr>
          </a:lstStyle>
          <a:p>
            <a:pPr rtl="0"/>
            <a:endParaRPr lang="fr-FR" dirty="0"/>
          </a:p>
        </p:txBody>
      </p:sp>
      <p:sp>
        <p:nvSpPr>
          <p:cNvPr id="3" name="Espace réservé de la date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fr-FR" sz="1200"/>
            </a:lvl1pPr>
          </a:lstStyle>
          <a:p>
            <a:pPr rtl="0"/>
            <a:fld id="{52A714CA-BB23-4F17-A1E5-A7E59E550005}" type="datetime1">
              <a:rPr lang="fr-FR" smtClean="0"/>
              <a:t>17/01/2025</a:t>
            </a:fld>
            <a:endParaRPr lang="fr-FR" dirty="0"/>
          </a:p>
        </p:txBody>
      </p:sp>
      <p:sp>
        <p:nvSpPr>
          <p:cNvPr id="4" name="Espace réservé du pied de page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fr-FR" sz="1200"/>
            </a:lvl1pPr>
          </a:lstStyle>
          <a:p>
            <a:pPr rtl="0"/>
            <a:endParaRPr lang="fr-FR" dirty="0"/>
          </a:p>
        </p:txBody>
      </p:sp>
      <p:sp>
        <p:nvSpPr>
          <p:cNvPr id="5" name="Espace réservé du numéro de diapositive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fr-FR" sz="1200"/>
            </a:lvl1pPr>
          </a:lstStyle>
          <a:p>
            <a:pPr rtl="0"/>
            <a:fld id="{EAFF3A6F-DEFA-45E0-9496-BEE7C2C6F3D0}" type="slidenum">
              <a:rPr lang="fr-FR" smtClean="0"/>
              <a:t>‹N°›</a:t>
            </a:fld>
            <a:endParaRPr lang="fr-FR"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fr-FR" sz="1200"/>
            </a:lvl1pPr>
          </a:lstStyle>
          <a:p>
            <a:pPr rtl="0"/>
            <a:endParaRPr lang="fr-FR"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fr-FR" sz="1200"/>
            </a:lvl1pPr>
          </a:lstStyle>
          <a:p>
            <a:pPr rtl="0"/>
            <a:fld id="{7D9FD98B-ABAD-47D0-AEF3-E7E088603B18}" type="datetime1">
              <a:rPr lang="fr-FR" smtClean="0"/>
              <a:t>17/01/2025</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fr-FR"/>
            </a:defPPr>
          </a:lstStyle>
          <a:p>
            <a:pPr rtl="0"/>
            <a:endParaRPr lang="fr-FR" dirty="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fr-FR"/>
            </a:defPPr>
          </a:lstStyle>
          <a:p>
            <a:pPr lvl="0" rtl="0"/>
            <a:r>
              <a:rPr lang="fr-FR"/>
              <a:t>Modifiez les styles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fr-FR" sz="1200"/>
            </a:lvl1pPr>
          </a:lstStyle>
          <a:p>
            <a:pPr rtl="0"/>
            <a:endParaRPr lang="fr-FR"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fr-FR" sz="1200"/>
            </a:lvl1pPr>
          </a:lstStyle>
          <a:p>
            <a:pPr rtl="0"/>
            <a:fld id="{F97DC217-DF71-1A49-B3EA-559F1F43B0FF}" type="slidenum">
              <a:rPr lang="fr-FR" smtClean="0"/>
              <a:t>‹N°›</a:t>
            </a:fld>
            <a:endParaRPr lang="fr-FR"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fr-FR" sz="1200" kern="1200">
        <a:solidFill>
          <a:schemeClr val="tx1"/>
        </a:solidFill>
        <a:latin typeface="+mn-lt"/>
        <a:ea typeface="+mn-ea"/>
        <a:cs typeface="+mn-cs"/>
      </a:defRPr>
    </a:lvl1pPr>
    <a:lvl2pPr marL="457200" algn="l" defTabSz="914400" rtl="0" eaLnBrk="1" latinLnBrk="0" hangingPunct="1">
      <a:defRPr lang="fr-FR" sz="1200" kern="1200">
        <a:solidFill>
          <a:schemeClr val="tx1"/>
        </a:solidFill>
        <a:latin typeface="+mn-lt"/>
        <a:ea typeface="+mn-ea"/>
        <a:cs typeface="+mn-cs"/>
      </a:defRPr>
    </a:lvl2pPr>
    <a:lvl3pPr marL="914400" algn="l" defTabSz="914400" rtl="0" eaLnBrk="1" latinLnBrk="0" hangingPunct="1">
      <a:defRPr lang="fr-FR" sz="1200" kern="1200">
        <a:solidFill>
          <a:schemeClr val="tx1"/>
        </a:solidFill>
        <a:latin typeface="+mn-lt"/>
        <a:ea typeface="+mn-ea"/>
        <a:cs typeface="+mn-cs"/>
      </a:defRPr>
    </a:lvl3pPr>
    <a:lvl4pPr marL="1371600" algn="l" defTabSz="914400" rtl="0" eaLnBrk="1" latinLnBrk="0" hangingPunct="1">
      <a:defRPr lang="fr-FR" sz="1200" kern="1200">
        <a:solidFill>
          <a:schemeClr val="tx1"/>
        </a:solidFill>
        <a:latin typeface="+mn-lt"/>
        <a:ea typeface="+mn-ea"/>
        <a:cs typeface="+mn-cs"/>
      </a:defRPr>
    </a:lvl4pPr>
    <a:lvl5pPr marL="1828800" algn="l" defTabSz="914400" rtl="0" eaLnBrk="1" latinLnBrk="0" hangingPunct="1">
      <a:defRPr lang="fr-FR" sz="1200" kern="1200">
        <a:solidFill>
          <a:schemeClr val="tx1"/>
        </a:solidFill>
        <a:latin typeface="+mn-lt"/>
        <a:ea typeface="+mn-ea"/>
        <a:cs typeface="+mn-cs"/>
      </a:defRPr>
    </a:lvl5pPr>
    <a:lvl6pPr marL="2286000" algn="l" defTabSz="914400" rtl="0" eaLnBrk="1" latinLnBrk="0" hangingPunct="1">
      <a:defRPr lang="fr-FR" sz="1200" kern="1200">
        <a:solidFill>
          <a:schemeClr val="tx1"/>
        </a:solidFill>
        <a:latin typeface="+mn-lt"/>
        <a:ea typeface="+mn-ea"/>
        <a:cs typeface="+mn-cs"/>
      </a:defRPr>
    </a:lvl6pPr>
    <a:lvl7pPr marL="2743200" algn="l" defTabSz="914400" rtl="0" eaLnBrk="1" latinLnBrk="0" hangingPunct="1">
      <a:defRPr lang="fr-FR" sz="1200" kern="1200">
        <a:solidFill>
          <a:schemeClr val="tx1"/>
        </a:solidFill>
        <a:latin typeface="+mn-lt"/>
        <a:ea typeface="+mn-ea"/>
        <a:cs typeface="+mn-cs"/>
      </a:defRPr>
    </a:lvl7pPr>
    <a:lvl8pPr marL="3200400" algn="l" defTabSz="914400" rtl="0" eaLnBrk="1" latinLnBrk="0" hangingPunct="1">
      <a:defRPr lang="fr-FR" sz="1200" kern="1200">
        <a:solidFill>
          <a:schemeClr val="tx1"/>
        </a:solidFill>
        <a:latin typeface="+mn-lt"/>
        <a:ea typeface="+mn-ea"/>
        <a:cs typeface="+mn-cs"/>
      </a:defRPr>
    </a:lvl8pPr>
    <a:lvl9pPr marL="3657600" algn="l" defTabSz="914400" rtl="0" eaLnBrk="1" latinLnBrk="0" hangingPunct="1">
      <a:defRPr lang="fr-F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1</a:t>
            </a:fld>
            <a:endParaRPr lang="fr-FR"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2</a:t>
            </a:fld>
            <a:endParaRPr lang="fr-FR" dirty="0"/>
          </a:p>
        </p:txBody>
      </p:sp>
    </p:spTree>
    <p:extLst>
      <p:ext uri="{BB962C8B-B14F-4D97-AF65-F5344CB8AC3E}">
        <p14:creationId xmlns:p14="http://schemas.microsoft.com/office/powerpoint/2010/main" val="291524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3</a:t>
            </a:fld>
            <a:endParaRPr lang="fr-FR" dirty="0"/>
          </a:p>
        </p:txBody>
      </p:sp>
    </p:spTree>
    <p:extLst>
      <p:ext uri="{BB962C8B-B14F-4D97-AF65-F5344CB8AC3E}">
        <p14:creationId xmlns:p14="http://schemas.microsoft.com/office/powerpoint/2010/main" val="1938948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4</a:t>
            </a:fld>
            <a:endParaRPr lang="fr-FR" dirty="0"/>
          </a:p>
        </p:txBody>
      </p:sp>
    </p:spTree>
    <p:extLst>
      <p:ext uri="{BB962C8B-B14F-4D97-AF65-F5344CB8AC3E}">
        <p14:creationId xmlns:p14="http://schemas.microsoft.com/office/powerpoint/2010/main" val="3862743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72CC0-E8F9-5B10-25EB-E32E9F6D953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D28C4CA-30CD-F84D-E641-1D8E7425F302}"/>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0034E23B-C3FE-947E-75E6-AF1CB6A05ECE}"/>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F2A4AEBF-CDF5-63E0-9808-4C603DE11298}"/>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5</a:t>
            </a:fld>
            <a:endParaRPr lang="fr-FR" dirty="0"/>
          </a:p>
        </p:txBody>
      </p:sp>
    </p:spTree>
    <p:extLst>
      <p:ext uri="{BB962C8B-B14F-4D97-AF65-F5344CB8AC3E}">
        <p14:creationId xmlns:p14="http://schemas.microsoft.com/office/powerpoint/2010/main" val="4892753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8D6B4-88F5-AB1F-D072-03D3BD21614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DA7DECC-7D03-7A59-F753-AA5ED10BE8BC}"/>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34406711-BAB6-525D-E651-3F91EDA3B23C}"/>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0F137311-E84E-23AC-495A-CFF533CABE12}"/>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6</a:t>
            </a:fld>
            <a:endParaRPr lang="fr-FR" dirty="0"/>
          </a:p>
        </p:txBody>
      </p:sp>
    </p:spTree>
    <p:extLst>
      <p:ext uri="{BB962C8B-B14F-4D97-AF65-F5344CB8AC3E}">
        <p14:creationId xmlns:p14="http://schemas.microsoft.com/office/powerpoint/2010/main" val="31097948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F26F3-2182-C31C-CB3C-EB479DAE9F4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853CD56-8319-D61B-E701-D305A0D2B3C0}"/>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5A8994B1-2D67-3B7B-9209-9B35C2B3D9BD}"/>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C8A7A451-113E-BB89-6441-D776074C19C1}"/>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7</a:t>
            </a:fld>
            <a:endParaRPr lang="fr-FR" dirty="0"/>
          </a:p>
        </p:txBody>
      </p:sp>
    </p:spTree>
    <p:extLst>
      <p:ext uri="{BB962C8B-B14F-4D97-AF65-F5344CB8AC3E}">
        <p14:creationId xmlns:p14="http://schemas.microsoft.com/office/powerpoint/2010/main" val="12161380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9612F-08E6-6C25-BF55-3734DA7CF2E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FC21AEA-65A6-05ED-F53C-3D8636A255BE}"/>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2A054C1B-85D5-67B9-5F48-0C9041AD4235}"/>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B1FB23BC-48BE-A195-5438-C97D91ECC5D7}"/>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8</a:t>
            </a:fld>
            <a:endParaRPr lang="fr-FR" dirty="0"/>
          </a:p>
        </p:txBody>
      </p:sp>
    </p:spTree>
    <p:extLst>
      <p:ext uri="{BB962C8B-B14F-4D97-AF65-F5344CB8AC3E}">
        <p14:creationId xmlns:p14="http://schemas.microsoft.com/office/powerpoint/2010/main" val="357031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4E1C0-EB5F-D03C-6BEC-A7F8CAB8451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014D4BA-E27D-A6EA-8A87-7C5EF2B13C0C}"/>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47701D74-6007-38AB-8549-04E5C364C508}"/>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E05C0391-9886-E197-0020-DB3AD322F1A2}"/>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9</a:t>
            </a:fld>
            <a:endParaRPr lang="fr-FR" dirty="0"/>
          </a:p>
        </p:txBody>
      </p:sp>
    </p:spTree>
    <p:extLst>
      <p:ext uri="{BB962C8B-B14F-4D97-AF65-F5344CB8AC3E}">
        <p14:creationId xmlns:p14="http://schemas.microsoft.com/office/powerpoint/2010/main" val="35553067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02430-653B-FFA9-8EDC-11E63D26D58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60E82B8-AC17-6B18-B9C5-5264AC10FA7F}"/>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6313AEA1-33D3-08B0-B317-F3BAC3B01724}"/>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8352FD75-AAD8-F8F3-81C6-C6F10F2410A4}"/>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10</a:t>
            </a:fld>
            <a:endParaRPr lang="fr-FR" dirty="0"/>
          </a:p>
        </p:txBody>
      </p:sp>
    </p:spTree>
    <p:extLst>
      <p:ext uri="{BB962C8B-B14F-4D97-AF65-F5344CB8AC3E}">
        <p14:creationId xmlns:p14="http://schemas.microsoft.com/office/powerpoint/2010/main" val="16659952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13DF0-F112-BC01-D931-F6E8D80DC46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0EA1FC6-F500-AA36-C65B-1891A67BF533}"/>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7AE33749-D613-BBD6-7906-CA619A39AEB3}"/>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678368D2-5F46-8D11-021A-8996A151889D}"/>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11</a:t>
            </a:fld>
            <a:endParaRPr lang="fr-FR" dirty="0"/>
          </a:p>
        </p:txBody>
      </p:sp>
    </p:spTree>
    <p:extLst>
      <p:ext uri="{BB962C8B-B14F-4D97-AF65-F5344CB8AC3E}">
        <p14:creationId xmlns:p14="http://schemas.microsoft.com/office/powerpoint/2010/main" val="458635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AC2EC-3D46-4013-BBBA-462190B32E4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4D13437-F374-B847-1992-6E06FEE5961A}"/>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43DD34D2-9F05-2F96-1A04-829A5E927E55}"/>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0BC2EBB5-674F-E616-1EEB-F9DF251348F0}"/>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12</a:t>
            </a:fld>
            <a:endParaRPr lang="fr-FR" dirty="0"/>
          </a:p>
        </p:txBody>
      </p:sp>
    </p:spTree>
    <p:extLst>
      <p:ext uri="{BB962C8B-B14F-4D97-AF65-F5344CB8AC3E}">
        <p14:creationId xmlns:p14="http://schemas.microsoft.com/office/powerpoint/2010/main" val="23782213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E363E-D8DA-BF63-15C2-06FE330FE7C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5626D69-7E72-53D3-691A-D8A34BD2E468}"/>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55694787-EF4C-5517-1967-3519C14FB7E9}"/>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2C0D4935-4EE4-276F-5CF4-AC101114F1DE}"/>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13</a:t>
            </a:fld>
            <a:endParaRPr lang="fr-FR" dirty="0"/>
          </a:p>
        </p:txBody>
      </p:sp>
    </p:spTree>
    <p:extLst>
      <p:ext uri="{BB962C8B-B14F-4D97-AF65-F5344CB8AC3E}">
        <p14:creationId xmlns:p14="http://schemas.microsoft.com/office/powerpoint/2010/main" val="33255719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94C61-3A7B-0233-0AAF-6509E1E14E1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763E5A3-7662-556D-D5E4-2022D72328F6}"/>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A114C20B-3932-5672-80A3-7FF93F5C26DD}"/>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C72CEECF-CB7B-AE03-3E9D-5C588F9006BD}"/>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14</a:t>
            </a:fld>
            <a:endParaRPr lang="fr-FR" dirty="0"/>
          </a:p>
        </p:txBody>
      </p:sp>
    </p:spTree>
    <p:extLst>
      <p:ext uri="{BB962C8B-B14F-4D97-AF65-F5344CB8AC3E}">
        <p14:creationId xmlns:p14="http://schemas.microsoft.com/office/powerpoint/2010/main" val="40816799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316E4-057F-7299-0506-0F9670A65BA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3C5924C-1435-106C-0CF0-FBCD0E86F54C}"/>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6E638FF7-A33E-4B70-ED41-06186F6255CE}"/>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6054DF8B-A8C9-9EFD-CC68-97B73F860645}"/>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15</a:t>
            </a:fld>
            <a:endParaRPr lang="fr-FR" dirty="0"/>
          </a:p>
        </p:txBody>
      </p:sp>
    </p:spTree>
    <p:extLst>
      <p:ext uri="{BB962C8B-B14F-4D97-AF65-F5344CB8AC3E}">
        <p14:creationId xmlns:p14="http://schemas.microsoft.com/office/powerpoint/2010/main" val="5042417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E117B-05BA-77FA-C330-3082DB6F33F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02E50D7-CA47-13AF-6432-220DE90514C1}"/>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1482AB3A-5B43-415D-80DC-EB19AA146B99}"/>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37552B4E-3FDF-7492-85C3-15ED045E7480}"/>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16</a:t>
            </a:fld>
            <a:endParaRPr lang="fr-FR" dirty="0"/>
          </a:p>
        </p:txBody>
      </p:sp>
    </p:spTree>
    <p:extLst>
      <p:ext uri="{BB962C8B-B14F-4D97-AF65-F5344CB8AC3E}">
        <p14:creationId xmlns:p14="http://schemas.microsoft.com/office/powerpoint/2010/main" val="16355266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8DC4E-41CF-23A4-2FB8-A0FE09D9BB9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5E174F8-3DDD-71BE-9E6F-A72A1B20AE42}"/>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9217C51C-6E6F-FAA1-16C9-714352AA855D}"/>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F9DECE92-3CEB-0B92-B8DE-64A301294914}"/>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17</a:t>
            </a:fld>
            <a:endParaRPr lang="fr-FR" dirty="0"/>
          </a:p>
        </p:txBody>
      </p:sp>
    </p:spTree>
    <p:extLst>
      <p:ext uri="{BB962C8B-B14F-4D97-AF65-F5344CB8AC3E}">
        <p14:creationId xmlns:p14="http://schemas.microsoft.com/office/powerpoint/2010/main" val="25269859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3DAF6-2E2D-CA40-5527-D46D8241F31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4FD4903-4F94-4565-6C15-F95D23A3C27A}"/>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B1E7A844-F294-EA1B-E621-BDFE0B3AE7DB}"/>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B2AF5474-3FEC-D50C-0C41-985D7F1A6F5E}"/>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18</a:t>
            </a:fld>
            <a:endParaRPr lang="fr-FR" dirty="0"/>
          </a:p>
        </p:txBody>
      </p:sp>
    </p:spTree>
    <p:extLst>
      <p:ext uri="{BB962C8B-B14F-4D97-AF65-F5344CB8AC3E}">
        <p14:creationId xmlns:p14="http://schemas.microsoft.com/office/powerpoint/2010/main" val="39741287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70694-7CC2-C3AD-D4D3-AD91D246902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0F4FE06-AC24-C9AD-D8A4-AFE20976D489}"/>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36B24D4F-B226-5E32-C834-392AA1F9AC18}"/>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58B35F30-BF0C-8331-B250-FD44572D62D3}"/>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19</a:t>
            </a:fld>
            <a:endParaRPr lang="fr-FR" dirty="0"/>
          </a:p>
        </p:txBody>
      </p:sp>
    </p:spTree>
    <p:extLst>
      <p:ext uri="{BB962C8B-B14F-4D97-AF65-F5344CB8AC3E}">
        <p14:creationId xmlns:p14="http://schemas.microsoft.com/office/powerpoint/2010/main" val="35084640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9F210-A314-8ED9-05E0-6BCEA51AE6F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E69DBF1-C84C-9B1E-35BA-C577DC980120}"/>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C8003C2D-1150-5845-FDE3-A55C286DE6F8}"/>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DF1A0954-988D-F1E9-55C0-62F8970CFA38}"/>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20</a:t>
            </a:fld>
            <a:endParaRPr lang="fr-FR" dirty="0"/>
          </a:p>
        </p:txBody>
      </p:sp>
    </p:spTree>
    <p:extLst>
      <p:ext uri="{BB962C8B-B14F-4D97-AF65-F5344CB8AC3E}">
        <p14:creationId xmlns:p14="http://schemas.microsoft.com/office/powerpoint/2010/main" val="8187039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C8702-5609-3924-FC2A-E64DD5FBE87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E5F8D9A-BA8A-7A7B-1BDC-22A6F36EF042}"/>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D99BABA8-855A-FDDB-C685-BC07054C37E3}"/>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6CDFB7D0-06B5-A3CB-1D54-DDB4CC3A6ADC}"/>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21</a:t>
            </a:fld>
            <a:endParaRPr lang="fr-FR" dirty="0"/>
          </a:p>
        </p:txBody>
      </p:sp>
    </p:spTree>
    <p:extLst>
      <p:ext uri="{BB962C8B-B14F-4D97-AF65-F5344CB8AC3E}">
        <p14:creationId xmlns:p14="http://schemas.microsoft.com/office/powerpoint/2010/main" val="6219590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8A44F-42FC-132A-F7CE-996D788AA32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51AEB9F-2C68-0EF4-C5ED-F13EFCD88E51}"/>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BB411638-3795-1D81-B483-59CC22EFEDA7}"/>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331E15D2-EC62-2E37-6383-55CE17E202B6}"/>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22</a:t>
            </a:fld>
            <a:endParaRPr lang="fr-FR" dirty="0"/>
          </a:p>
        </p:txBody>
      </p:sp>
    </p:spTree>
    <p:extLst>
      <p:ext uri="{BB962C8B-B14F-4D97-AF65-F5344CB8AC3E}">
        <p14:creationId xmlns:p14="http://schemas.microsoft.com/office/powerpoint/2010/main" val="31842893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45EBB-BB05-8C7A-0DF7-A9B73978237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DCEF77C-27B8-0254-877B-56F8F13AA30E}"/>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20D522E5-BA81-A65F-7ABF-700F6113A435}"/>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70A63DE7-AA30-A392-EFD8-421DBCFECE3B}"/>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23</a:t>
            </a:fld>
            <a:endParaRPr lang="fr-FR" dirty="0"/>
          </a:p>
        </p:txBody>
      </p:sp>
    </p:spTree>
    <p:extLst>
      <p:ext uri="{BB962C8B-B14F-4D97-AF65-F5344CB8AC3E}">
        <p14:creationId xmlns:p14="http://schemas.microsoft.com/office/powerpoint/2010/main" val="38763821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46CE5-41CD-1B07-B291-1964FDEAAC8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5F8A0AB-6BD2-A84C-9558-5627DD1181BD}"/>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E2DA50DB-E895-1A54-35BA-FADECC482847}"/>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2DF98344-EC32-8964-2A58-37252F0D9547}"/>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24</a:t>
            </a:fld>
            <a:endParaRPr lang="fr-FR" dirty="0"/>
          </a:p>
        </p:txBody>
      </p:sp>
    </p:spTree>
    <p:extLst>
      <p:ext uri="{BB962C8B-B14F-4D97-AF65-F5344CB8AC3E}">
        <p14:creationId xmlns:p14="http://schemas.microsoft.com/office/powerpoint/2010/main" val="39919726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89EE6-BBDB-E8DE-407D-4E22C25CCC2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BC67A9E-9ECD-319E-7C92-B8B55651C61A}"/>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EA795E2D-B971-C48A-BD10-91F55C866505}"/>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586D73DA-E9FF-C1AC-B9C4-B60E6FE77578}"/>
              </a:ext>
            </a:extLst>
          </p:cNvPr>
          <p:cNvSpPr>
            <a:spLocks noGrp="1"/>
          </p:cNvSpPr>
          <p:nvPr>
            <p:ph type="sldNum" sz="quarter" idx="5"/>
          </p:nvPr>
        </p:nvSpPr>
        <p:spPr/>
        <p:txBody>
          <a:bodyPr rtlCol="0"/>
          <a:lstStyle>
            <a:defPPr>
              <a:defRPr lang="fr-FR"/>
            </a:defPPr>
          </a:lstStyle>
          <a:p>
            <a:pPr rtl="0"/>
            <a:fld id="{F97DC217-DF71-1A49-B3EA-559F1F43B0FF}" type="slidenum">
              <a:rPr lang="fr-FR" smtClean="0"/>
              <a:t>25</a:t>
            </a:fld>
            <a:endParaRPr lang="fr-FR" dirty="0"/>
          </a:p>
        </p:txBody>
      </p:sp>
    </p:spTree>
    <p:extLst>
      <p:ext uri="{BB962C8B-B14F-4D97-AF65-F5344CB8AC3E}">
        <p14:creationId xmlns:p14="http://schemas.microsoft.com/office/powerpoint/2010/main" val="27212457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26</a:t>
            </a:fld>
            <a:endParaRPr lang="fr-FR" dirty="0"/>
          </a:p>
        </p:txBody>
      </p:sp>
    </p:spTree>
    <p:extLst>
      <p:ext uri="{BB962C8B-B14F-4D97-AF65-F5344CB8AC3E}">
        <p14:creationId xmlns:p14="http://schemas.microsoft.com/office/powerpoint/2010/main" val="41947933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27</a:t>
            </a:fld>
            <a:endParaRPr lang="fr-FR" dirty="0"/>
          </a:p>
        </p:txBody>
      </p:sp>
    </p:spTree>
    <p:extLst>
      <p:ext uri="{BB962C8B-B14F-4D97-AF65-F5344CB8AC3E}">
        <p14:creationId xmlns:p14="http://schemas.microsoft.com/office/powerpoint/2010/main" val="14251592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28</a:t>
            </a:fld>
            <a:endParaRPr lang="fr-FR" dirty="0"/>
          </a:p>
        </p:txBody>
      </p:sp>
    </p:spTree>
    <p:extLst>
      <p:ext uri="{BB962C8B-B14F-4D97-AF65-F5344CB8AC3E}">
        <p14:creationId xmlns:p14="http://schemas.microsoft.com/office/powerpoint/2010/main" val="16390868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29</a:t>
            </a:fld>
            <a:endParaRPr lang="fr-FR" dirty="0"/>
          </a:p>
        </p:txBody>
      </p:sp>
    </p:spTree>
    <p:extLst>
      <p:ext uri="{BB962C8B-B14F-4D97-AF65-F5344CB8AC3E}">
        <p14:creationId xmlns:p14="http://schemas.microsoft.com/office/powerpoint/2010/main" val="9648444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30</a:t>
            </a:fld>
            <a:endParaRPr lang="fr-FR" dirty="0"/>
          </a:p>
        </p:txBody>
      </p:sp>
    </p:spTree>
    <p:extLst>
      <p:ext uri="{BB962C8B-B14F-4D97-AF65-F5344CB8AC3E}">
        <p14:creationId xmlns:p14="http://schemas.microsoft.com/office/powerpoint/2010/main" val="16168571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31</a:t>
            </a:fld>
            <a:endParaRPr lang="fr-FR" dirty="0"/>
          </a:p>
        </p:txBody>
      </p:sp>
    </p:spTree>
    <p:extLst>
      <p:ext uri="{BB962C8B-B14F-4D97-AF65-F5344CB8AC3E}">
        <p14:creationId xmlns:p14="http://schemas.microsoft.com/office/powerpoint/2010/main" val="24747787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32</a:t>
            </a:fld>
            <a:endParaRPr lang="fr-FR" dirty="0"/>
          </a:p>
        </p:txBody>
      </p:sp>
    </p:spTree>
    <p:extLst>
      <p:ext uri="{BB962C8B-B14F-4D97-AF65-F5344CB8AC3E}">
        <p14:creationId xmlns:p14="http://schemas.microsoft.com/office/powerpoint/2010/main" val="33190867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33</a:t>
            </a:fld>
            <a:endParaRPr lang="fr-FR" dirty="0"/>
          </a:p>
        </p:txBody>
      </p:sp>
    </p:spTree>
    <p:extLst>
      <p:ext uri="{BB962C8B-B14F-4D97-AF65-F5344CB8AC3E}">
        <p14:creationId xmlns:p14="http://schemas.microsoft.com/office/powerpoint/2010/main" val="9658453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34</a:t>
            </a:fld>
            <a:endParaRPr lang="fr-FR" dirty="0"/>
          </a:p>
        </p:txBody>
      </p:sp>
    </p:spTree>
    <p:extLst>
      <p:ext uri="{BB962C8B-B14F-4D97-AF65-F5344CB8AC3E}">
        <p14:creationId xmlns:p14="http://schemas.microsoft.com/office/powerpoint/2010/main" val="39900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grpSp>
        <p:nvGrpSpPr>
          <p:cNvPr id="7" name="Groupe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e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11" name="Forme libre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9" name="Forme libre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nvGrpSpPr>
            <p:cNvPr id="6" name="Groupe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orme libre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6" name="Forme libre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2" name="Forme libre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28" name="Forme libre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 name="Titr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rtlCol="0" anchor="b">
            <a:noAutofit/>
          </a:bodyPr>
          <a:lstStyle>
            <a:lvl1pPr algn="l">
              <a:defRPr lang="fr-FR" sz="6000" b="1">
                <a:latin typeface="+mj-lt"/>
              </a:defRPr>
            </a:lvl1pPr>
          </a:lstStyle>
          <a:p>
            <a:pPr rtl="0"/>
            <a:r>
              <a:rPr lang="fr-FR"/>
              <a:t>Cliquez pour ajouter un titre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grpSp>
        <p:nvGrpSpPr>
          <p:cNvPr id="13" name="Groupe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orme libre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5" name="Forme libre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6" name="Forme libre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nvGrpSpPr>
            <p:cNvPr id="9" name="Groupe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orme lib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8" name="Forme lib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gr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rtlCol="0" anchor="b">
            <a:noAutofit/>
          </a:bodyPr>
          <a:lstStyle>
            <a:lvl1pPr>
              <a:defRPr lang="fr-FR" sz="4200" b="1">
                <a:latin typeface="+mj-lt"/>
              </a:defRPr>
            </a:lvl1pPr>
          </a:lstStyle>
          <a:p>
            <a:pPr rtl="0"/>
            <a:r>
              <a:rPr lang="fr-FR"/>
              <a:t>Cliquez pour ajouter un titre</a:t>
            </a:r>
          </a:p>
        </p:txBody>
      </p:sp>
      <p:sp>
        <p:nvSpPr>
          <p:cNvPr id="3" name="Espace réservé du contenu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rtlCol="0">
            <a:normAutofit/>
          </a:bodyPr>
          <a:lstStyle>
            <a:lvl1pPr marL="0" indent="0">
              <a:buNone/>
              <a:defRPr lang="fr-FR">
                <a:latin typeface="+mn-lt"/>
              </a:defRPr>
            </a:lvl1pPr>
            <a:lvl2pPr marL="457200" indent="0">
              <a:buNone/>
              <a:defRPr lang="fr-FR">
                <a:latin typeface="+mn-lt"/>
              </a:defRPr>
            </a:lvl2pPr>
            <a:lvl3pPr marL="914400" indent="0">
              <a:buNone/>
              <a:defRPr lang="fr-FR">
                <a:latin typeface="+mn-lt"/>
              </a:defRPr>
            </a:lvl3pPr>
            <a:lvl4pPr marL="1371600" indent="0">
              <a:buNone/>
              <a:defRPr lang="fr-FR">
                <a:latin typeface="+mn-lt"/>
              </a:defRPr>
            </a:lvl4pPr>
            <a:lvl5pPr marL="1828800" indent="0">
              <a:buNone/>
              <a:defRPr lang="fr-FR">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fr-FR" sz="1200">
                <a:solidFill>
                  <a:schemeClr val="accent3"/>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3"/>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2"/>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re et image droite">
    <p:spTree>
      <p:nvGrpSpPr>
        <p:cNvPr id="1" name=""/>
        <p:cNvGrpSpPr/>
        <p:nvPr/>
      </p:nvGrpSpPr>
      <p:grpSpPr>
        <a:xfrm>
          <a:off x="0" y="0"/>
          <a:ext cx="0" cy="0"/>
          <a:chOff x="0" y="0"/>
          <a:chExt cx="0" cy="0"/>
        </a:xfrm>
      </p:grpSpPr>
      <p:grpSp>
        <p:nvGrpSpPr>
          <p:cNvPr id="13" name="Groupe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orme libre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5" name="Forme libre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6" name="Forme libre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nvGrpSpPr>
            <p:cNvPr id="9" name="Groupe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orme lib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8" name="Forme lib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gr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rtlCol="0" anchor="ctr" anchorCtr="0">
            <a:noAutofit/>
          </a:bodyPr>
          <a:lstStyle>
            <a:lvl1pPr>
              <a:defRPr lang="fr-FR" sz="6000" b="1">
                <a:latin typeface="+mj-lt"/>
              </a:defRPr>
            </a:lvl1pPr>
          </a:lstStyle>
          <a:p>
            <a:pPr rtl="0"/>
            <a:r>
              <a:rPr lang="fr-FR"/>
              <a:t>Cliquez pour ajouter un titre</a:t>
            </a:r>
          </a:p>
        </p:txBody>
      </p:sp>
      <p:sp>
        <p:nvSpPr>
          <p:cNvPr id="15" name="Espace réservé d’image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rtlCol="0"/>
          <a:lstStyle>
            <a:lvl1pPr marL="0" indent="0" algn="ctr">
              <a:buNone/>
              <a:defRPr lang="fr-FR" sz="2000"/>
            </a:lvl1pPr>
          </a:lstStyle>
          <a:p>
            <a:pPr rtl="0"/>
            <a:r>
              <a:rPr lang="fr-FR"/>
              <a:t>Cliquez sur l'icône pour ajouter une image</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fr-FR" sz="1200">
                <a:solidFill>
                  <a:schemeClr val="accent3"/>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3"/>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2"/>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re et image de gauche">
    <p:spTree>
      <p:nvGrpSpPr>
        <p:cNvPr id="1" name=""/>
        <p:cNvGrpSpPr/>
        <p:nvPr/>
      </p:nvGrpSpPr>
      <p:grpSpPr>
        <a:xfrm>
          <a:off x="0" y="0"/>
          <a:ext cx="0" cy="0"/>
          <a:chOff x="0" y="0"/>
          <a:chExt cx="0" cy="0"/>
        </a:xfrm>
      </p:grpSpPr>
      <p:grpSp>
        <p:nvGrpSpPr>
          <p:cNvPr id="13" name="Groupe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orme libre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5" name="Forme libre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6" name="Forme libre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nvGrpSpPr>
            <p:cNvPr id="9" name="Groupe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orme lib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8" name="Forme lib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gr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5943600" y="457200"/>
            <a:ext cx="5120640" cy="3200400"/>
          </a:xfrm>
        </p:spPr>
        <p:txBody>
          <a:bodyPr rtlCol="0" anchor="b" anchorCtr="0">
            <a:noAutofit/>
          </a:bodyPr>
          <a:lstStyle>
            <a:lvl1pPr>
              <a:defRPr lang="fr-FR" sz="6000" b="1">
                <a:latin typeface="+mj-lt"/>
              </a:defRPr>
            </a:lvl1pPr>
          </a:lstStyle>
          <a:p>
            <a:pPr rtl="0"/>
            <a:r>
              <a:rPr lang="fr-FR"/>
              <a:t>Cliquez pour ajouter un titre</a:t>
            </a:r>
          </a:p>
        </p:txBody>
      </p:sp>
      <p:sp>
        <p:nvSpPr>
          <p:cNvPr id="3" name="Sous-titre 2">
            <a:extLst>
              <a:ext uri="{FF2B5EF4-FFF2-40B4-BE49-F238E27FC236}">
                <a16:creationId xmlns:a16="http://schemas.microsoft.com/office/drawing/2014/main" id="{8763DBBF-E63D-81E5-E7CE-32F6F2C2F935}"/>
              </a:ext>
            </a:extLst>
          </p:cNvPr>
          <p:cNvSpPr>
            <a:spLocks noGrp="1"/>
          </p:cNvSpPr>
          <p:nvPr>
            <p:ph type="subTitle" idx="1" hasCustomPrompt="1"/>
          </p:nvPr>
        </p:nvSpPr>
        <p:spPr>
          <a:xfrm>
            <a:off x="5943598" y="3657600"/>
            <a:ext cx="5120640" cy="1828800"/>
          </a:xfrm>
        </p:spPr>
        <p:txBody>
          <a:bodyPr rtlCol="0" anchor="t" anchorCtr="0">
            <a:noAutofit/>
          </a:bodyPr>
          <a:lstStyle>
            <a:lvl1pPr marL="0" indent="0" algn="l">
              <a:buNone/>
              <a:defRPr lang="fr-FR" sz="3200">
                <a:latin typeface="+mn-lt"/>
              </a:defRPr>
            </a:lvl1pPr>
            <a:lvl2pPr marL="457200" indent="0" algn="ctr">
              <a:buNone/>
              <a:defRPr lang="fr-FR" sz="2000"/>
            </a:lvl2pPr>
            <a:lvl3pPr marL="914400" indent="0" algn="ctr">
              <a:buNone/>
              <a:defRPr lang="fr-FR" sz="1800"/>
            </a:lvl3pPr>
            <a:lvl4pPr marL="1371600" indent="0" algn="ctr">
              <a:buNone/>
              <a:defRPr lang="fr-FR" sz="1600"/>
            </a:lvl4pPr>
            <a:lvl5pPr marL="1828800" indent="0" algn="ctr">
              <a:buNone/>
              <a:defRPr lang="fr-FR" sz="1600"/>
            </a:lvl5pPr>
            <a:lvl6pPr marL="2286000" indent="0" algn="ctr">
              <a:buNone/>
              <a:defRPr lang="fr-FR" sz="1600"/>
            </a:lvl6pPr>
            <a:lvl7pPr marL="2743200" indent="0" algn="ctr">
              <a:buNone/>
              <a:defRPr lang="fr-FR" sz="1600"/>
            </a:lvl7pPr>
            <a:lvl8pPr marL="3200400" indent="0" algn="ctr">
              <a:buNone/>
              <a:defRPr lang="fr-FR" sz="1600"/>
            </a:lvl8pPr>
            <a:lvl9pPr marL="3657600" indent="0" algn="ctr">
              <a:buNone/>
              <a:defRPr lang="fr-FR" sz="1600"/>
            </a:lvl9pPr>
          </a:lstStyle>
          <a:p>
            <a:pPr rtl="0"/>
            <a:r>
              <a:rPr lang="fr-FR"/>
              <a:t>Cliquez pour ajouter un sous-titre</a:t>
            </a:r>
          </a:p>
        </p:txBody>
      </p:sp>
      <p:sp>
        <p:nvSpPr>
          <p:cNvPr id="15" name="Espace réservé d’image 14">
            <a:extLst>
              <a:ext uri="{FF2B5EF4-FFF2-40B4-BE49-F238E27FC236}">
                <a16:creationId xmlns:a16="http://schemas.microsoft.com/office/drawing/2014/main" id="{64033732-ADA1-C540-7276-3FF5CDEF2C5E}"/>
              </a:ext>
            </a:extLst>
          </p:cNvPr>
          <p:cNvSpPr>
            <a:spLocks noGrp="1"/>
          </p:cNvSpPr>
          <p:nvPr>
            <p:ph type="pic" sz="quarter" idx="10"/>
          </p:nvPr>
        </p:nvSpPr>
        <p:spPr>
          <a:xfrm>
            <a:off x="904238" y="1157224"/>
            <a:ext cx="4500562" cy="4521200"/>
          </a:xfrm>
          <a:prstGeom prst="ellipse">
            <a:avLst/>
          </a:prstGeom>
          <a:solidFill>
            <a:schemeClr val="accent2"/>
          </a:solidFill>
        </p:spPr>
        <p:txBody>
          <a:bodyPr rtlCol="0"/>
          <a:lstStyle>
            <a:lvl1pPr marL="0" indent="0" algn="ctr">
              <a:buNone/>
              <a:defRPr lang="fr-FR" sz="2000"/>
            </a:lvl1pPr>
          </a:lstStyle>
          <a:p>
            <a:pPr rtl="0"/>
            <a:r>
              <a:rPr lang="fr-FR"/>
              <a:t>Cliquez sur l'icône pour ajouter une image</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fr-FR" sz="1200">
                <a:solidFill>
                  <a:schemeClr val="accent3"/>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3"/>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2"/>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3823856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et contenu 2">
    <p:bg>
      <p:bgPr>
        <a:solidFill>
          <a:schemeClr val="accent2"/>
        </a:solidFill>
        <a:effectLst/>
      </p:bgPr>
    </p:bg>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12" name="Forme libre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4" name="Forme libre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5" name="Forme libre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13" name="Titr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rtlCol="0" anchor="b">
            <a:noAutofit/>
          </a:bodyPr>
          <a:lstStyle>
            <a:lvl1pPr>
              <a:defRPr lang="fr-FR" sz="4200" b="1">
                <a:latin typeface="+mj-lt"/>
              </a:defRPr>
            </a:lvl1pPr>
          </a:lstStyle>
          <a:p>
            <a:pPr rtl="0"/>
            <a:r>
              <a:rPr lang="fr-FR"/>
              <a:t>Cliquez pour ajouter un titre</a:t>
            </a:r>
          </a:p>
        </p:txBody>
      </p:sp>
      <p:sp>
        <p:nvSpPr>
          <p:cNvPr id="3" name="Espace réservé du contenu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rtlCol="0">
            <a:normAutofit/>
          </a:bodyPr>
          <a:lstStyle>
            <a:lvl1pPr marL="342900" indent="-283464">
              <a:spcBef>
                <a:spcPts val="1000"/>
              </a:spcBef>
              <a:buFont typeface="Arial" panose="020B0604020202020204" pitchFamily="34" charset="0"/>
              <a:buChar char="•"/>
              <a:defRPr lang="fr-FR" sz="2000">
                <a:solidFill>
                  <a:schemeClr val="bg1"/>
                </a:solidFill>
                <a:latin typeface="+mn-lt"/>
              </a:defRPr>
            </a:lvl1pPr>
            <a:lvl2pPr marL="566928" indent="-283464">
              <a:spcBef>
                <a:spcPts val="1000"/>
              </a:spcBef>
              <a:buFont typeface="Arial" panose="020B0604020202020204" pitchFamily="34" charset="0"/>
              <a:buChar char="•"/>
              <a:defRPr lang="fr-FR" sz="2000">
                <a:solidFill>
                  <a:schemeClr val="bg1"/>
                </a:solidFill>
                <a:latin typeface="+mn-lt"/>
              </a:defRPr>
            </a:lvl2pPr>
            <a:lvl3pPr marL="850392" indent="-283464">
              <a:spcBef>
                <a:spcPts val="1000"/>
              </a:spcBef>
              <a:buFont typeface="Arial" panose="020B0604020202020204" pitchFamily="34" charset="0"/>
              <a:buChar char="•"/>
              <a:defRPr lang="fr-FR" sz="2000">
                <a:solidFill>
                  <a:schemeClr val="bg1"/>
                </a:solidFill>
                <a:latin typeface="+mn-lt"/>
              </a:defRPr>
            </a:lvl3pPr>
            <a:lvl4pPr marL="1097280" indent="-283464">
              <a:spcBef>
                <a:spcPts val="1000"/>
              </a:spcBef>
              <a:buFont typeface="Arial" panose="020B0604020202020204" pitchFamily="34" charset="0"/>
              <a:buChar char="•"/>
              <a:defRPr lang="fr-FR" sz="2000">
                <a:solidFill>
                  <a:schemeClr val="bg1"/>
                </a:solidFill>
                <a:latin typeface="+mn-lt"/>
              </a:defRPr>
            </a:lvl4pPr>
            <a:lvl5pPr marL="1371600" indent="-283464">
              <a:spcBef>
                <a:spcPts val="1000"/>
              </a:spcBef>
              <a:buFont typeface="Arial" panose="020B0604020202020204" pitchFamily="34" charset="0"/>
              <a:buChar char="•"/>
              <a:defRPr lang="fr-FR" sz="2000">
                <a:solidFill>
                  <a:schemeClr val="bg1"/>
                </a:solidFill>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4" name="Espace réservé de la date 3">
            <a:extLst>
              <a:ext uri="{FF2B5EF4-FFF2-40B4-BE49-F238E27FC236}">
                <a16:creationId xmlns:a16="http://schemas.microsoft.com/office/drawing/2014/main" id="{8E95D4F5-F69B-42F6-8A9D-330F696E144B}"/>
              </a:ext>
            </a:extLst>
          </p:cNvPr>
          <p:cNvSpPr>
            <a:spLocks noGrp="1"/>
          </p:cNvSpPr>
          <p:nvPr>
            <p:ph type="dt" sz="half" idx="10"/>
          </p:nvPr>
        </p:nvSpPr>
        <p:spPr/>
        <p:txBody>
          <a:bodyPr rtlCol="0">
            <a:noAutofit/>
          </a:bodyPr>
          <a:lstStyle>
            <a:lvl1pPr>
              <a:defRPr lang="fr-FR">
                <a:solidFill>
                  <a:schemeClr val="accent2"/>
                </a:solidFill>
                <a:latin typeface="+mn-lt"/>
              </a:defRPr>
            </a:lvl1pPr>
          </a:lstStyle>
          <a:p>
            <a:pPr rtl="0"/>
            <a:r>
              <a:rPr lang="fr-FR"/>
              <a:t>08/09/20XX</a:t>
            </a:r>
          </a:p>
        </p:txBody>
      </p:sp>
      <p:sp>
        <p:nvSpPr>
          <p:cNvPr id="5" name="Espace réservé du pied de page 4">
            <a:extLst>
              <a:ext uri="{FF2B5EF4-FFF2-40B4-BE49-F238E27FC236}">
                <a16:creationId xmlns:a16="http://schemas.microsoft.com/office/drawing/2014/main" id="{FA79A23A-2238-4904-8692-9F2DAE8B8FC9}"/>
              </a:ext>
            </a:extLst>
          </p:cNvPr>
          <p:cNvSpPr>
            <a:spLocks noGrp="1"/>
          </p:cNvSpPr>
          <p:nvPr>
            <p:ph type="ftr" sz="quarter" idx="11"/>
          </p:nvPr>
        </p:nvSpPr>
        <p:spPr/>
        <p:txBody>
          <a:bodyPr rtlCol="0">
            <a:noAutofit/>
          </a:bodyPr>
          <a:lstStyle>
            <a:lvl1pPr>
              <a:defRPr lang="fr-FR">
                <a:solidFill>
                  <a:schemeClr val="accent2"/>
                </a:solidFill>
                <a:latin typeface="+mn-lt"/>
              </a:defRPr>
            </a:lvl1pPr>
          </a:lstStyle>
          <a:p>
            <a:pPr rtl="0"/>
            <a:endParaRPr lang="fr-FR" dirty="0"/>
          </a:p>
        </p:txBody>
      </p:sp>
      <p:sp>
        <p:nvSpPr>
          <p:cNvPr id="6" name="Espace réservé du numéro de diapositive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rtlCol="0">
            <a:noAutofit/>
          </a:bodyPr>
          <a:lstStyle>
            <a:lvl1pPr>
              <a:defRPr lang="fr-FR">
                <a:solidFill>
                  <a:schemeClr val="accent3"/>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2883176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re de la section">
    <p:spTree>
      <p:nvGrpSpPr>
        <p:cNvPr id="1" name=""/>
        <p:cNvGrpSpPr/>
        <p:nvPr/>
      </p:nvGrpSpPr>
      <p:grpSpPr>
        <a:xfrm>
          <a:off x="0" y="0"/>
          <a:ext cx="0" cy="0"/>
          <a:chOff x="0" y="0"/>
          <a:chExt cx="0" cy="0"/>
        </a:xfrm>
      </p:grpSpPr>
      <p:grpSp>
        <p:nvGrpSpPr>
          <p:cNvPr id="4" name="Groupe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orme libre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nvGrpSpPr>
            <p:cNvPr id="6" name="Groupe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orme libre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6" name="Forme libre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17" name="Forme libre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8" name="Forme libre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 name="Titr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rtlCol="0" anchor="b">
            <a:noAutofit/>
          </a:bodyPr>
          <a:lstStyle>
            <a:lvl1pPr algn="l">
              <a:defRPr lang="fr-FR" sz="6000" b="1">
                <a:solidFill>
                  <a:schemeClr val="bg1"/>
                </a:solidFill>
                <a:latin typeface="+mj-lt"/>
              </a:defRPr>
            </a:lvl1pPr>
          </a:lstStyle>
          <a:p>
            <a:pPr rtl="0"/>
            <a:r>
              <a:rPr lang="fr-FR"/>
              <a:t>Cliquez pour ajouter un titre</a:t>
            </a:r>
          </a:p>
        </p:txBody>
      </p:sp>
      <p:sp>
        <p:nvSpPr>
          <p:cNvPr id="3" name="Sous-titr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rtlCol="0" anchor="ctr" anchorCtr="0">
            <a:noAutofit/>
          </a:bodyPr>
          <a:lstStyle>
            <a:lvl1pPr marL="0" indent="0" algn="l">
              <a:buNone/>
              <a:defRPr lang="fr-FR" sz="3200">
                <a:solidFill>
                  <a:schemeClr val="bg1"/>
                </a:solidFill>
                <a:latin typeface="+mn-lt"/>
              </a:defRPr>
            </a:lvl1pPr>
            <a:lvl2pPr marL="457200" indent="0" algn="ctr">
              <a:buNone/>
              <a:defRPr lang="fr-FR" sz="2000"/>
            </a:lvl2pPr>
            <a:lvl3pPr marL="914400" indent="0" algn="ctr">
              <a:buNone/>
              <a:defRPr lang="fr-FR" sz="1800"/>
            </a:lvl3pPr>
            <a:lvl4pPr marL="1371600" indent="0" algn="ctr">
              <a:buNone/>
              <a:defRPr lang="fr-FR" sz="1600"/>
            </a:lvl4pPr>
            <a:lvl5pPr marL="1828800" indent="0" algn="ctr">
              <a:buNone/>
              <a:defRPr lang="fr-FR" sz="1600"/>
            </a:lvl5pPr>
            <a:lvl6pPr marL="2286000" indent="0" algn="ctr">
              <a:buNone/>
              <a:defRPr lang="fr-FR" sz="1600"/>
            </a:lvl6pPr>
            <a:lvl7pPr marL="2743200" indent="0" algn="ctr">
              <a:buNone/>
              <a:defRPr lang="fr-FR" sz="1600"/>
            </a:lvl7pPr>
            <a:lvl8pPr marL="3200400" indent="0" algn="ctr">
              <a:buNone/>
              <a:defRPr lang="fr-FR" sz="1600"/>
            </a:lvl8pPr>
            <a:lvl9pPr marL="3657600" indent="0" algn="ctr">
              <a:buNone/>
              <a:defRPr lang="fr-FR" sz="1600"/>
            </a:lvl9pPr>
          </a:lstStyle>
          <a:p>
            <a:pPr rtl="0"/>
            <a:r>
              <a:rPr lang="fr-FR"/>
              <a:t>Cliquez pour ajouter un sous-titre</a:t>
            </a:r>
          </a:p>
        </p:txBody>
      </p:sp>
    </p:spTree>
    <p:extLst>
      <p:ext uri="{BB962C8B-B14F-4D97-AF65-F5344CB8AC3E}">
        <p14:creationId xmlns:p14="http://schemas.microsoft.com/office/powerpoint/2010/main" val="986529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et contenu de 2 colonnes">
    <p:spTree>
      <p:nvGrpSpPr>
        <p:cNvPr id="1" name=""/>
        <p:cNvGrpSpPr/>
        <p:nvPr/>
      </p:nvGrpSpPr>
      <p:grpSpPr>
        <a:xfrm>
          <a:off x="0" y="0"/>
          <a:ext cx="0" cy="0"/>
          <a:chOff x="0" y="0"/>
          <a:chExt cx="0" cy="0"/>
        </a:xfrm>
      </p:grpSpPr>
      <p:grpSp>
        <p:nvGrpSpPr>
          <p:cNvPr id="16" name="Groupe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orme libre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5" name="Forme libre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6" name="Forme libre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nvGrpSpPr>
            <p:cNvPr id="9" name="Groupe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orme lib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8" name="Forme lib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gr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rtlCol="0" anchor="b">
            <a:noAutofit/>
          </a:bodyPr>
          <a:lstStyle>
            <a:lvl1pPr>
              <a:defRPr lang="fr-FR" sz="4200" b="1">
                <a:latin typeface="+mj-lt"/>
              </a:defRPr>
            </a:lvl1pPr>
          </a:lstStyle>
          <a:p>
            <a:pPr rtl="0"/>
            <a:r>
              <a:rPr lang="fr-FR"/>
              <a:t>Cliquez pour ajouter un titre</a:t>
            </a:r>
          </a:p>
        </p:txBody>
      </p:sp>
      <p:sp>
        <p:nvSpPr>
          <p:cNvPr id="3" name="Espace réservé du contenu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rtlCol="0">
            <a:normAutofit/>
          </a:bodyPr>
          <a:lstStyle>
            <a:lvl1pPr marL="0" indent="0">
              <a:spcBef>
                <a:spcPts val="1000"/>
              </a:spcBef>
              <a:buFont typeface="Arial" panose="020B0604020202020204" pitchFamily="34" charset="0"/>
              <a:buNone/>
              <a:defRPr lang="fr-FR" sz="2000">
                <a:latin typeface="+mn-lt"/>
              </a:defRPr>
            </a:lvl1pPr>
            <a:lvl2pPr marL="283464" indent="-283464">
              <a:spcBef>
                <a:spcPts val="1000"/>
              </a:spcBef>
              <a:buFont typeface="Arial" panose="020B0604020202020204" pitchFamily="34" charset="0"/>
              <a:buChar char="•"/>
              <a:defRPr lang="fr-FR" sz="2000">
                <a:latin typeface="+mn-lt"/>
              </a:defRPr>
            </a:lvl2pPr>
            <a:lvl3pPr marL="566928" indent="-283464">
              <a:spcBef>
                <a:spcPts val="1000"/>
              </a:spcBef>
              <a:buFont typeface="Arial" panose="020B0604020202020204" pitchFamily="34" charset="0"/>
              <a:buChar char="•"/>
              <a:defRPr lang="fr-FR" sz="2000">
                <a:latin typeface="+mn-lt"/>
              </a:defRPr>
            </a:lvl3pPr>
            <a:lvl4pPr marL="850392" indent="-283464">
              <a:spcBef>
                <a:spcPts val="1000"/>
              </a:spcBef>
              <a:buFont typeface="Arial" panose="020B0604020202020204" pitchFamily="34" charset="0"/>
              <a:buChar char="•"/>
              <a:defRPr lang="fr-FR" sz="2000">
                <a:latin typeface="+mn-lt"/>
              </a:defRPr>
            </a:lvl4pPr>
            <a:lvl5pPr marL="1133856" indent="-283464">
              <a:spcBef>
                <a:spcPts val="1000"/>
              </a:spcBef>
              <a:buFont typeface="Arial" panose="020B0604020202020204" pitchFamily="34" charset="0"/>
              <a:buChar char="•"/>
              <a:defRPr lang="fr-FR" sz="2000">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3" name="Espace réservé du contenu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rtlCol="0">
            <a:normAutofit/>
          </a:bodyPr>
          <a:lstStyle>
            <a:lvl1pPr marL="0" indent="0">
              <a:spcBef>
                <a:spcPts val="1000"/>
              </a:spcBef>
              <a:buFont typeface="Arial" panose="020B0604020202020204" pitchFamily="34" charset="0"/>
              <a:buNone/>
              <a:defRPr lang="fr-FR" sz="2000">
                <a:latin typeface="+mn-lt"/>
              </a:defRPr>
            </a:lvl1pPr>
            <a:lvl2pPr marL="283464" indent="-283464">
              <a:spcBef>
                <a:spcPts val="1000"/>
              </a:spcBef>
              <a:buFont typeface="Arial" panose="020B0604020202020204" pitchFamily="34" charset="0"/>
              <a:buChar char="•"/>
              <a:defRPr lang="fr-FR" sz="2000">
                <a:latin typeface="+mn-lt"/>
              </a:defRPr>
            </a:lvl2pPr>
            <a:lvl3pPr marL="566928" indent="-283464">
              <a:spcBef>
                <a:spcPts val="1000"/>
              </a:spcBef>
              <a:buFont typeface="Arial" panose="020B0604020202020204" pitchFamily="34" charset="0"/>
              <a:buChar char="•"/>
              <a:defRPr lang="fr-FR" sz="2000">
                <a:latin typeface="+mn-lt"/>
              </a:defRPr>
            </a:lvl3pPr>
            <a:lvl4pPr marL="850392" indent="-283464">
              <a:spcBef>
                <a:spcPts val="1000"/>
              </a:spcBef>
              <a:buFont typeface="Arial" panose="020B0604020202020204" pitchFamily="34" charset="0"/>
              <a:buChar char="•"/>
              <a:defRPr lang="fr-FR" sz="2000">
                <a:latin typeface="+mn-lt"/>
              </a:defRPr>
            </a:lvl4pPr>
            <a:lvl5pPr marL="1133856" indent="-283464">
              <a:spcBef>
                <a:spcPts val="1000"/>
              </a:spcBef>
              <a:buFont typeface="Arial" panose="020B0604020202020204" pitchFamily="34" charset="0"/>
              <a:buChar char="•"/>
              <a:defRPr lang="fr-FR" sz="2000">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fr-FR" sz="1200">
                <a:solidFill>
                  <a:schemeClr val="accent3"/>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3"/>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2"/>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767843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et 2 contenus">
    <p:bg>
      <p:bgPr>
        <a:solidFill>
          <a:schemeClr val="accent1"/>
        </a:solidFill>
        <a:effectLst/>
      </p:bgPr>
    </p:bg>
    <p:spTree>
      <p:nvGrpSpPr>
        <p:cNvPr id="1" name=""/>
        <p:cNvGrpSpPr/>
        <p:nvPr/>
      </p:nvGrpSpPr>
      <p:grpSpPr>
        <a:xfrm>
          <a:off x="0" y="0"/>
          <a:ext cx="0" cy="0"/>
          <a:chOff x="0" y="0"/>
          <a:chExt cx="0" cy="0"/>
        </a:xfrm>
      </p:grpSpPr>
      <p:grpSp>
        <p:nvGrpSpPr>
          <p:cNvPr id="6" name="Groupe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orme libre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5" name="Forme libre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rtlCol="0" anchor="b">
            <a:noAutofit/>
          </a:bodyPr>
          <a:lstStyle>
            <a:lvl1pPr>
              <a:defRPr lang="fr-FR" sz="4200" b="1">
                <a:solidFill>
                  <a:schemeClr val="bg1"/>
                </a:solidFill>
                <a:latin typeface="+mj-lt"/>
              </a:defRPr>
            </a:lvl1pPr>
          </a:lstStyle>
          <a:p>
            <a:pPr rtl="0"/>
            <a:r>
              <a:rPr lang="fr-FR"/>
              <a:t>Cliquez pour ajouter un titre</a:t>
            </a:r>
          </a:p>
        </p:txBody>
      </p:sp>
      <p:sp>
        <p:nvSpPr>
          <p:cNvPr id="14" name="Espace réservé du contenu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rtlCol="0">
            <a:normAutofit/>
          </a:bodyPr>
          <a:lstStyle>
            <a:lvl1pPr marL="530352" indent="-530352">
              <a:spcBef>
                <a:spcPts val="1000"/>
              </a:spcBef>
              <a:buFont typeface="+mj-lt"/>
              <a:buAutoNum type="arabicPeriod"/>
              <a:defRPr lang="fr-FR" sz="2000">
                <a:solidFill>
                  <a:schemeClr val="bg1"/>
                </a:solidFill>
                <a:latin typeface="+mn-lt"/>
              </a:defRPr>
            </a:lvl1pPr>
            <a:lvl2pPr marL="1097280" indent="-530352">
              <a:spcBef>
                <a:spcPts val="1000"/>
              </a:spcBef>
              <a:buFont typeface="+mj-lt"/>
              <a:buAutoNum type="alphaLcPeriod"/>
              <a:defRPr lang="fr-FR" sz="2000">
                <a:solidFill>
                  <a:schemeClr val="bg1"/>
                </a:solidFill>
                <a:latin typeface="+mn-lt"/>
              </a:defRPr>
            </a:lvl2pPr>
            <a:lvl3pPr marL="1645920" indent="-530352">
              <a:spcBef>
                <a:spcPts val="1000"/>
              </a:spcBef>
              <a:buFont typeface="+mj-lt"/>
              <a:buAutoNum type="arabicParenR"/>
              <a:defRPr lang="fr-FR" sz="2000">
                <a:solidFill>
                  <a:schemeClr val="bg1"/>
                </a:solidFill>
                <a:latin typeface="+mn-lt"/>
              </a:defRPr>
            </a:lvl3pPr>
            <a:lvl4pPr marL="1920240" indent="-530352">
              <a:spcBef>
                <a:spcPts val="1000"/>
              </a:spcBef>
              <a:buFont typeface="+mj-lt"/>
              <a:buAutoNum type="alphaLcParenR"/>
              <a:defRPr lang="fr-FR" sz="2000">
                <a:solidFill>
                  <a:schemeClr val="bg1"/>
                </a:solidFill>
                <a:latin typeface="+mn-lt"/>
              </a:defRPr>
            </a:lvl4pPr>
            <a:lvl5pPr marL="2560320" indent="-514350">
              <a:spcBef>
                <a:spcPts val="1000"/>
              </a:spcBef>
              <a:buFont typeface="+mj-lt"/>
              <a:buAutoNum type="romanLcPeriod"/>
              <a:defRPr lang="fr-FR" sz="2000">
                <a:solidFill>
                  <a:schemeClr val="bg1"/>
                </a:solidFill>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9" name="Espace réservé du contenu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rtlCol="0">
            <a:normAutofit/>
          </a:bodyPr>
          <a:lstStyle>
            <a:lvl1pPr marL="0" indent="0">
              <a:spcBef>
                <a:spcPts val="1000"/>
              </a:spcBef>
              <a:buFont typeface="Arial" panose="020B0604020202020204" pitchFamily="34" charset="0"/>
              <a:buNone/>
              <a:defRPr lang="fr-FR" sz="2000">
                <a:solidFill>
                  <a:schemeClr val="bg1"/>
                </a:solidFill>
                <a:latin typeface="+mn-lt"/>
              </a:defRPr>
            </a:lvl1pPr>
            <a:lvl2pPr marL="283464" indent="-283464">
              <a:spcBef>
                <a:spcPts val="1000"/>
              </a:spcBef>
              <a:buFont typeface="Arial" panose="020B0604020202020204" pitchFamily="34" charset="0"/>
              <a:buChar char="•"/>
              <a:defRPr lang="fr-FR" sz="2000">
                <a:solidFill>
                  <a:schemeClr val="bg1"/>
                </a:solidFill>
                <a:latin typeface="+mn-lt"/>
              </a:defRPr>
            </a:lvl2pPr>
            <a:lvl3pPr marL="566928" indent="-283464">
              <a:spcBef>
                <a:spcPts val="1000"/>
              </a:spcBef>
              <a:buFont typeface="Arial" panose="020B0604020202020204" pitchFamily="34" charset="0"/>
              <a:buChar char="•"/>
              <a:defRPr lang="fr-FR" sz="2000">
                <a:solidFill>
                  <a:schemeClr val="bg1"/>
                </a:solidFill>
                <a:latin typeface="+mn-lt"/>
              </a:defRPr>
            </a:lvl3pPr>
            <a:lvl4pPr marL="850392" indent="-283464">
              <a:spcBef>
                <a:spcPts val="1000"/>
              </a:spcBef>
              <a:buFont typeface="Arial" panose="020B0604020202020204" pitchFamily="34" charset="0"/>
              <a:buChar char="•"/>
              <a:defRPr lang="fr-FR" sz="2000">
                <a:solidFill>
                  <a:schemeClr val="bg1"/>
                </a:solidFill>
                <a:latin typeface="+mn-lt"/>
              </a:defRPr>
            </a:lvl4pPr>
            <a:lvl5pPr marL="1133856" indent="-283464">
              <a:spcBef>
                <a:spcPts val="1000"/>
              </a:spcBef>
              <a:buFont typeface="Arial" panose="020B0604020202020204" pitchFamily="34" charset="0"/>
              <a:buChar char="•"/>
              <a:defRPr lang="fr-FR" sz="2000">
                <a:solidFill>
                  <a:schemeClr val="bg1"/>
                </a:solidFill>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lang="fr-FR" sz="1200">
                <a:solidFill>
                  <a:schemeClr val="accent3"/>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2"/>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2"/>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4020426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re et contenu et image 1">
    <p:bg>
      <p:bgPr>
        <a:solidFill>
          <a:schemeClr val="accent2"/>
        </a:solidFill>
        <a:effectLst/>
      </p:bgPr>
    </p:bg>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0"/>
            <a:ext cx="12208822" cy="6858002"/>
            <a:chOff x="0" y="0"/>
            <a:chExt cx="12208822" cy="6858002"/>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12" name="Forme libre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4" name="Forme libre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13" name="Titr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7200"/>
            <a:ext cx="10643508" cy="1371600"/>
          </a:xfrm>
        </p:spPr>
        <p:txBody>
          <a:bodyPr rtlCol="0" anchor="b">
            <a:noAutofit/>
          </a:bodyPr>
          <a:lstStyle>
            <a:lvl1pPr>
              <a:defRPr lang="fr-FR" sz="4200" b="1">
                <a:latin typeface="+mj-lt"/>
              </a:defRPr>
            </a:lvl1pPr>
          </a:lstStyle>
          <a:p>
            <a:pPr rtl="0"/>
            <a:r>
              <a:rPr lang="fr-FR"/>
              <a:t>Cliquez pour ajouter un titre</a:t>
            </a:r>
          </a:p>
        </p:txBody>
      </p:sp>
      <p:sp>
        <p:nvSpPr>
          <p:cNvPr id="10" name="Espace réservé du contenu 2">
            <a:extLst>
              <a:ext uri="{FF2B5EF4-FFF2-40B4-BE49-F238E27FC236}">
                <a16:creationId xmlns:a16="http://schemas.microsoft.com/office/drawing/2014/main" id="{B07A1CF7-9B3B-E43E-830E-DAB65B608249}"/>
              </a:ext>
            </a:extLst>
          </p:cNvPr>
          <p:cNvSpPr>
            <a:spLocks noGrp="1"/>
          </p:cNvSpPr>
          <p:nvPr>
            <p:ph idx="15" hasCustomPrompt="1"/>
          </p:nvPr>
        </p:nvSpPr>
        <p:spPr>
          <a:xfrm>
            <a:off x="1166088" y="2652713"/>
            <a:ext cx="5394959" cy="3436936"/>
          </a:xfrm>
        </p:spPr>
        <p:txBody>
          <a:bodyPr rtlCol="0">
            <a:normAutofit/>
          </a:bodyPr>
          <a:lstStyle>
            <a:lvl1pPr marL="0" indent="0">
              <a:spcBef>
                <a:spcPts val="1000"/>
              </a:spcBef>
              <a:buFont typeface="Arial" panose="020B0604020202020204" pitchFamily="34" charset="0"/>
              <a:buNone/>
              <a:defRPr lang="fr-FR" sz="2000">
                <a:solidFill>
                  <a:schemeClr val="bg1"/>
                </a:solidFill>
                <a:latin typeface="+mn-lt"/>
              </a:defRPr>
            </a:lvl1pPr>
            <a:lvl2pPr marL="283464" indent="-283464">
              <a:spcBef>
                <a:spcPts val="1000"/>
              </a:spcBef>
              <a:buFont typeface="Arial" panose="020B0604020202020204" pitchFamily="34" charset="0"/>
              <a:buChar char="•"/>
              <a:defRPr lang="fr-FR" sz="2000">
                <a:solidFill>
                  <a:schemeClr val="bg1"/>
                </a:solidFill>
                <a:latin typeface="+mn-lt"/>
              </a:defRPr>
            </a:lvl2pPr>
            <a:lvl3pPr marL="566928" indent="-283464">
              <a:spcBef>
                <a:spcPts val="1000"/>
              </a:spcBef>
              <a:buFont typeface="Arial" panose="020B0604020202020204" pitchFamily="34" charset="0"/>
              <a:buChar char="•"/>
              <a:defRPr lang="fr-FR" sz="2000">
                <a:solidFill>
                  <a:schemeClr val="bg1"/>
                </a:solidFill>
                <a:latin typeface="+mn-lt"/>
              </a:defRPr>
            </a:lvl3pPr>
            <a:lvl4pPr marL="850392" indent="-283464">
              <a:spcBef>
                <a:spcPts val="1000"/>
              </a:spcBef>
              <a:buFont typeface="Arial" panose="020B0604020202020204" pitchFamily="34" charset="0"/>
              <a:buChar char="•"/>
              <a:defRPr lang="fr-FR" sz="2000">
                <a:solidFill>
                  <a:schemeClr val="bg1"/>
                </a:solidFill>
                <a:latin typeface="+mn-lt"/>
              </a:defRPr>
            </a:lvl4pPr>
            <a:lvl5pPr marL="1133856" indent="-283464">
              <a:spcBef>
                <a:spcPts val="1000"/>
              </a:spcBef>
              <a:buFont typeface="Arial" panose="020B0604020202020204" pitchFamily="34" charset="0"/>
              <a:buChar char="•"/>
              <a:defRPr lang="fr-FR" sz="2000">
                <a:solidFill>
                  <a:schemeClr val="bg1"/>
                </a:solidFill>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8" name="Espace réservé d’image 14">
            <a:extLst>
              <a:ext uri="{FF2B5EF4-FFF2-40B4-BE49-F238E27FC236}">
                <a16:creationId xmlns:a16="http://schemas.microsoft.com/office/drawing/2014/main" id="{D976D8D6-3BDC-1908-3425-FEE3EEF51A26}"/>
              </a:ext>
            </a:extLst>
          </p:cNvPr>
          <p:cNvSpPr>
            <a:spLocks noGrp="1"/>
          </p:cNvSpPr>
          <p:nvPr>
            <p:ph type="pic" sz="quarter" idx="14"/>
          </p:nvPr>
        </p:nvSpPr>
        <p:spPr>
          <a:xfrm>
            <a:off x="7317920" y="1447800"/>
            <a:ext cx="4214010" cy="4214010"/>
          </a:xfrm>
          <a:prstGeom prst="ellipse">
            <a:avLst/>
          </a:prstGeom>
          <a:solidFill>
            <a:schemeClr val="accent2"/>
          </a:solidFill>
        </p:spPr>
        <p:txBody>
          <a:bodyPr rtlCol="0"/>
          <a:lstStyle>
            <a:lvl1pPr marL="0" indent="0" algn="ctr">
              <a:buNone/>
              <a:defRPr lang="fr-FR" sz="2000"/>
            </a:lvl1pPr>
          </a:lstStyle>
          <a:p>
            <a:pPr rtl="0"/>
            <a:r>
              <a:rPr lang="fr-FR"/>
              <a:t>Cliquez sur l'icône pour ajouter une image</a:t>
            </a:r>
          </a:p>
        </p:txBody>
      </p:sp>
      <p:sp>
        <p:nvSpPr>
          <p:cNvPr id="4" name="Espace réservé de la date 3">
            <a:extLst>
              <a:ext uri="{FF2B5EF4-FFF2-40B4-BE49-F238E27FC236}">
                <a16:creationId xmlns:a16="http://schemas.microsoft.com/office/drawing/2014/main" id="{8E95D4F5-F69B-42F6-8A9D-330F696E144B}"/>
              </a:ext>
            </a:extLst>
          </p:cNvPr>
          <p:cNvSpPr>
            <a:spLocks noGrp="1"/>
          </p:cNvSpPr>
          <p:nvPr>
            <p:ph type="dt" sz="half" idx="10"/>
          </p:nvPr>
        </p:nvSpPr>
        <p:spPr/>
        <p:txBody>
          <a:bodyPr rtlCol="0">
            <a:noAutofit/>
          </a:bodyPr>
          <a:lstStyle>
            <a:lvl1pPr>
              <a:defRPr lang="fr-FR">
                <a:solidFill>
                  <a:schemeClr val="accent2"/>
                </a:solidFill>
                <a:latin typeface="+mn-lt"/>
              </a:defRPr>
            </a:lvl1pPr>
          </a:lstStyle>
          <a:p>
            <a:pPr rtl="0"/>
            <a:r>
              <a:rPr lang="fr-FR"/>
              <a:t>08/09/20XX</a:t>
            </a:r>
          </a:p>
        </p:txBody>
      </p:sp>
      <p:sp>
        <p:nvSpPr>
          <p:cNvPr id="5" name="Espace réservé du pied de page 4">
            <a:extLst>
              <a:ext uri="{FF2B5EF4-FFF2-40B4-BE49-F238E27FC236}">
                <a16:creationId xmlns:a16="http://schemas.microsoft.com/office/drawing/2014/main" id="{FA79A23A-2238-4904-8692-9F2DAE8B8FC9}"/>
              </a:ext>
            </a:extLst>
          </p:cNvPr>
          <p:cNvSpPr>
            <a:spLocks noGrp="1"/>
          </p:cNvSpPr>
          <p:nvPr>
            <p:ph type="ftr" sz="quarter" idx="11"/>
          </p:nvPr>
        </p:nvSpPr>
        <p:spPr/>
        <p:txBody>
          <a:bodyPr rtlCol="0">
            <a:noAutofit/>
          </a:bodyPr>
          <a:lstStyle>
            <a:lvl1pPr>
              <a:defRPr lang="fr-FR">
                <a:solidFill>
                  <a:schemeClr val="accent2"/>
                </a:solidFill>
                <a:latin typeface="+mn-lt"/>
              </a:defRPr>
            </a:lvl1pPr>
          </a:lstStyle>
          <a:p>
            <a:pPr rtl="0"/>
            <a:endParaRPr lang="fr-FR" dirty="0"/>
          </a:p>
        </p:txBody>
      </p:sp>
      <p:sp>
        <p:nvSpPr>
          <p:cNvPr id="6" name="Espace réservé du numéro de diapositive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rtlCol="0">
            <a:noAutofit/>
          </a:bodyPr>
          <a:lstStyle>
            <a:lvl1pPr>
              <a:defRPr lang="fr-FR">
                <a:solidFill>
                  <a:schemeClr val="accent3"/>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4193030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SmartArt 2">
    <p:bg>
      <p:bgPr>
        <a:solidFill>
          <a:schemeClr val="accent2"/>
        </a:solidFill>
        <a:effectLst/>
      </p:bgPr>
    </p:bg>
    <p:spTree>
      <p:nvGrpSpPr>
        <p:cNvPr id="1" name=""/>
        <p:cNvGrpSpPr/>
        <p:nvPr/>
      </p:nvGrpSpPr>
      <p:grpSpPr>
        <a:xfrm>
          <a:off x="0" y="0"/>
          <a:ext cx="0" cy="0"/>
          <a:chOff x="0" y="0"/>
          <a:chExt cx="0" cy="0"/>
        </a:xfrm>
      </p:grpSpPr>
      <p:grpSp>
        <p:nvGrpSpPr>
          <p:cNvPr id="9" name="Groupe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orme libre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4" name="Forme libre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457200"/>
            <a:ext cx="9692640" cy="1371600"/>
          </a:xfrm>
        </p:spPr>
        <p:txBody>
          <a:bodyPr rtlCol="0" anchor="b">
            <a:noAutofit/>
          </a:bodyPr>
          <a:lstStyle>
            <a:lvl1pPr>
              <a:defRPr lang="fr-FR" sz="4200" b="1">
                <a:latin typeface="+mj-lt"/>
              </a:defRPr>
            </a:lvl1pPr>
          </a:lstStyle>
          <a:p>
            <a:pPr rtl="0"/>
            <a:r>
              <a:rPr lang="fr-FR"/>
              <a:t>Cliquez pour ajouter un titre</a:t>
            </a:r>
          </a:p>
        </p:txBody>
      </p:sp>
      <p:sp>
        <p:nvSpPr>
          <p:cNvPr id="4" name="Espace réservé du contenu 2">
            <a:extLst>
              <a:ext uri="{FF2B5EF4-FFF2-40B4-BE49-F238E27FC236}">
                <a16:creationId xmlns:a16="http://schemas.microsoft.com/office/drawing/2014/main" id="{C45E425B-455F-127B-1647-045FD094F15D}"/>
              </a:ext>
            </a:extLst>
          </p:cNvPr>
          <p:cNvSpPr>
            <a:spLocks noGrp="1"/>
          </p:cNvSpPr>
          <p:nvPr>
            <p:ph idx="10" hasCustomPrompt="1"/>
          </p:nvPr>
        </p:nvSpPr>
        <p:spPr>
          <a:xfrm>
            <a:off x="1167493" y="2087561"/>
            <a:ext cx="2693306" cy="3890543"/>
          </a:xfrm>
        </p:spPr>
        <p:txBody>
          <a:bodyPr rtlCol="0">
            <a:noAutofit/>
          </a:bodyPr>
          <a:lstStyle>
            <a:lvl1pPr marL="0" indent="0">
              <a:buNone/>
              <a:defRPr lang="fr-FR" sz="2000">
                <a:latin typeface="+mn-lt"/>
              </a:defRPr>
            </a:lvl1pPr>
            <a:lvl2pPr marL="457200" indent="0">
              <a:buNone/>
              <a:defRPr lang="fr-FR" sz="2000">
                <a:latin typeface="+mn-lt"/>
              </a:defRPr>
            </a:lvl2pPr>
            <a:lvl3pPr marL="914400" indent="0">
              <a:buNone/>
              <a:defRPr lang="fr-FR" sz="2000">
                <a:latin typeface="+mn-lt"/>
              </a:defRPr>
            </a:lvl3pPr>
            <a:lvl4pPr marL="1371600" indent="0">
              <a:buNone/>
              <a:defRPr lang="fr-FR" sz="2000">
                <a:latin typeface="+mn-lt"/>
              </a:defRPr>
            </a:lvl4pPr>
            <a:lvl5pPr marL="1828800" indent="0">
              <a:buNone/>
              <a:defRPr lang="fr-FR" sz="2000">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3" name="Espace réservé du contenu 2">
            <a:extLst>
              <a:ext uri="{FF2B5EF4-FFF2-40B4-BE49-F238E27FC236}">
                <a16:creationId xmlns:a16="http://schemas.microsoft.com/office/drawing/2014/main" id="{8A6FC6F2-80B4-49A7-9448-33FE2DF0E967}"/>
              </a:ext>
            </a:extLst>
          </p:cNvPr>
          <p:cNvSpPr>
            <a:spLocks noGrp="1"/>
          </p:cNvSpPr>
          <p:nvPr>
            <p:ph idx="1" hasCustomPrompt="1"/>
          </p:nvPr>
        </p:nvSpPr>
        <p:spPr>
          <a:xfrm>
            <a:off x="4216400" y="2087563"/>
            <a:ext cx="6730274" cy="3890543"/>
          </a:xfrm>
        </p:spPr>
        <p:txBody>
          <a:bodyPr rtlCol="0">
            <a:noAutofit/>
          </a:bodyPr>
          <a:lstStyle>
            <a:lvl1pPr marL="0" indent="0">
              <a:buNone/>
              <a:defRPr lang="fr-FR">
                <a:latin typeface="+mn-lt"/>
              </a:defRPr>
            </a:lvl1pPr>
            <a:lvl2pPr marL="457200" indent="0">
              <a:buNone/>
              <a:defRPr lang="fr-FR">
                <a:latin typeface="+mn-lt"/>
              </a:defRPr>
            </a:lvl2pPr>
            <a:lvl3pPr marL="914400" indent="0">
              <a:buNone/>
              <a:defRPr lang="fr-FR">
                <a:latin typeface="+mn-lt"/>
              </a:defRPr>
            </a:lvl3pPr>
            <a:lvl4pPr marL="1371600" indent="0">
              <a:buNone/>
              <a:defRPr lang="fr-FR">
                <a:latin typeface="+mn-lt"/>
              </a:defRPr>
            </a:lvl4pPr>
            <a:lvl5pPr marL="1828800" indent="0">
              <a:buNone/>
              <a:defRPr lang="fr-FR">
                <a:latin typeface="+mn-lt"/>
              </a:defRPr>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lang="fr-FR" sz="1200">
                <a:solidFill>
                  <a:schemeClr val="accent3"/>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3"/>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3"/>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1827098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re et contenu et image 2">
    <p:spTree>
      <p:nvGrpSpPr>
        <p:cNvPr id="1" name=""/>
        <p:cNvGrpSpPr/>
        <p:nvPr/>
      </p:nvGrpSpPr>
      <p:grpSpPr>
        <a:xfrm>
          <a:off x="0" y="0"/>
          <a:ext cx="0" cy="0"/>
          <a:chOff x="0" y="0"/>
          <a:chExt cx="0" cy="0"/>
        </a:xfrm>
      </p:grpSpPr>
      <p:grpSp>
        <p:nvGrpSpPr>
          <p:cNvPr id="14" name="Groupe 13">
            <a:extLst>
              <a:ext uri="{FF2B5EF4-FFF2-40B4-BE49-F238E27FC236}">
                <a16:creationId xmlns:a16="http://schemas.microsoft.com/office/drawing/2014/main" id="{79F46B00-4AE8-52A2-6926-FC2F5DD1FAD4}"/>
              </a:ext>
              <a:ext uri="{C183D7F6-B498-43B3-948B-1728B52AA6E4}">
                <adec:decorative xmlns:adec="http://schemas.microsoft.com/office/drawing/2017/decorative" val="1"/>
              </a:ext>
            </a:extLst>
          </p:cNvPr>
          <p:cNvGrpSpPr/>
          <p:nvPr userDrawn="1"/>
        </p:nvGrpSpPr>
        <p:grpSpPr>
          <a:xfrm>
            <a:off x="-2364" y="0"/>
            <a:ext cx="12194364" cy="6858000"/>
            <a:chOff x="-2364" y="0"/>
            <a:chExt cx="12194364" cy="6858000"/>
          </a:xfrm>
        </p:grpSpPr>
        <p:sp>
          <p:nvSpPr>
            <p:cNvPr id="4" name="Forme libre 3">
              <a:extLst>
                <a:ext uri="{FF2B5EF4-FFF2-40B4-BE49-F238E27FC236}">
                  <a16:creationId xmlns:a16="http://schemas.microsoft.com/office/drawing/2014/main" id="{6A7F6A3F-E1DD-A246-9A6D-5F9B18BA2588}"/>
                </a:ext>
              </a:extLst>
            </p:cNvPr>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5" name="Forme libre 4">
              <a:extLst>
                <a:ext uri="{FF2B5EF4-FFF2-40B4-BE49-F238E27FC236}">
                  <a16:creationId xmlns:a16="http://schemas.microsoft.com/office/drawing/2014/main" id="{055FD0FC-C8FF-6741-A364-A29CDC6F9495}"/>
                </a:ext>
              </a:extLst>
            </p:cNvPr>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grpSp>
          <p:nvGrpSpPr>
            <p:cNvPr id="9" name="Groupe 8">
              <a:extLst>
                <a:ext uri="{FF2B5EF4-FFF2-40B4-BE49-F238E27FC236}">
                  <a16:creationId xmlns:a16="http://schemas.microsoft.com/office/drawing/2014/main" id="{9861BC34-DFBF-2D4F-B463-FCFBC08391FF}"/>
                </a:ext>
              </a:extLst>
            </p:cNvPr>
            <p:cNvGrpSpPr/>
            <p:nvPr userDrawn="1"/>
          </p:nvGrpSpPr>
          <p:grpSpPr>
            <a:xfrm>
              <a:off x="2587417" y="5590903"/>
              <a:ext cx="1572380" cy="1267097"/>
              <a:chOff x="7413403" y="4976359"/>
              <a:chExt cx="2334986" cy="1881641"/>
            </a:xfrm>
          </p:grpSpPr>
          <p:sp>
            <p:nvSpPr>
              <p:cNvPr id="7" name="Forme lib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8" name="Forme lib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gr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5549489" y="457199"/>
            <a:ext cx="5943599" cy="1920240"/>
          </a:xfrm>
        </p:spPr>
        <p:txBody>
          <a:bodyPr rtlCol="0" anchor="b">
            <a:noAutofit/>
          </a:bodyPr>
          <a:lstStyle>
            <a:lvl1pPr>
              <a:defRPr lang="fr-FR" sz="4200" b="1">
                <a:latin typeface="+mj-lt"/>
              </a:defRPr>
            </a:lvl1pPr>
          </a:lstStyle>
          <a:p>
            <a:pPr rtl="0"/>
            <a:r>
              <a:rPr lang="fr-FR"/>
              <a:t>Cliquez pour ajouter un titre</a:t>
            </a:r>
          </a:p>
        </p:txBody>
      </p:sp>
      <p:sp>
        <p:nvSpPr>
          <p:cNvPr id="15" name="Espace réservé du contenu 2">
            <a:extLst>
              <a:ext uri="{FF2B5EF4-FFF2-40B4-BE49-F238E27FC236}">
                <a16:creationId xmlns:a16="http://schemas.microsoft.com/office/drawing/2014/main" id="{6BBDFA0C-B372-969D-6C8A-F664A4BF8D41}"/>
              </a:ext>
            </a:extLst>
          </p:cNvPr>
          <p:cNvSpPr>
            <a:spLocks noGrp="1" noChangeAspect="1"/>
          </p:cNvSpPr>
          <p:nvPr>
            <p:ph idx="17" hasCustomPrompt="1"/>
          </p:nvPr>
        </p:nvSpPr>
        <p:spPr>
          <a:xfrm>
            <a:off x="823108" y="640080"/>
            <a:ext cx="4297680" cy="4297680"/>
          </a:xfrm>
          <a:prstGeom prst="ellipse">
            <a:avLst/>
          </a:prstGeom>
          <a:solidFill>
            <a:schemeClr val="accent2"/>
          </a:solidFill>
        </p:spPr>
        <p:txBody>
          <a:bodyPr rtlCol="0" anchor="ctr" anchorCtr="0">
            <a:noAutofit/>
          </a:bodyPr>
          <a:lstStyle>
            <a:lvl1pPr marL="0" indent="0" algn="ctr">
              <a:buFont typeface="Arial" panose="020B0604020202020204" pitchFamily="34" charset="0"/>
              <a:buNone/>
              <a:defRPr lang="fr-FR" sz="2000">
                <a:latin typeface="+mn-lt"/>
              </a:defRPr>
            </a:lvl1pPr>
            <a:lvl2pPr marL="347663" indent="0" algn="ctr">
              <a:buFont typeface="Arial" panose="020B0604020202020204" pitchFamily="34" charset="0"/>
              <a:buNone/>
              <a:defRPr lang="fr-FR" sz="2000">
                <a:latin typeface="+mn-lt"/>
              </a:defRPr>
            </a:lvl2pPr>
            <a:lvl3pPr marL="685800" indent="0" algn="ctr">
              <a:buFont typeface="Arial" panose="020B0604020202020204" pitchFamily="34" charset="0"/>
              <a:buNone/>
              <a:defRPr lang="fr-FR" sz="2000">
                <a:latin typeface="+mn-lt"/>
              </a:defRPr>
            </a:lvl3pPr>
            <a:lvl4pPr marL="914400" indent="0" algn="ctr">
              <a:buFont typeface="Arial" panose="020B0604020202020204" pitchFamily="34" charset="0"/>
              <a:buNone/>
              <a:defRPr lang="fr-FR" sz="2000">
                <a:latin typeface="+mn-lt"/>
              </a:defRPr>
            </a:lvl4pPr>
            <a:lvl5pPr marL="1143000" indent="0" algn="ctr">
              <a:buFont typeface="Arial" panose="020B0604020202020204" pitchFamily="34" charset="0"/>
              <a:buNone/>
              <a:defRPr lang="fr-FR" sz="2000">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lang="fr-FR" sz="1200">
                <a:solidFill>
                  <a:schemeClr val="accent2"/>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3"/>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3"/>
                </a:solidFill>
                <a:latin typeface="+mn-lt"/>
              </a:defRPr>
            </a:lvl1pPr>
          </a:lstStyle>
          <a:p>
            <a:pPr rtl="0"/>
            <a:fld id="{294A09A9-5501-47C1-A89A-A340965A2BE2}" type="slidenum">
              <a:rPr lang="fr-FR" smtClean="0"/>
              <a:pPr/>
              <a:t>‹N°›</a:t>
            </a:fld>
            <a:endParaRPr lang="fr-FR" dirty="0"/>
          </a:p>
        </p:txBody>
      </p:sp>
      <p:sp>
        <p:nvSpPr>
          <p:cNvPr id="3" name="Espace réservé du contenu 2">
            <a:extLst>
              <a:ext uri="{FF2B5EF4-FFF2-40B4-BE49-F238E27FC236}">
                <a16:creationId xmlns:a16="http://schemas.microsoft.com/office/drawing/2014/main" id="{99A8D2CC-EE75-85FA-1577-88C0BEC7B10C}"/>
              </a:ext>
            </a:extLst>
          </p:cNvPr>
          <p:cNvSpPr>
            <a:spLocks noGrp="1"/>
          </p:cNvSpPr>
          <p:nvPr>
            <p:ph idx="15" hasCustomPrompt="1"/>
          </p:nvPr>
        </p:nvSpPr>
        <p:spPr>
          <a:xfrm>
            <a:off x="5549490" y="2706369"/>
            <a:ext cx="5943600" cy="3383279"/>
          </a:xfrm>
        </p:spPr>
        <p:txBody>
          <a:bodyPr rtlCol="0">
            <a:normAutofit/>
          </a:bodyPr>
          <a:lstStyle>
            <a:lvl1pPr marL="283464" indent="-283464">
              <a:spcBef>
                <a:spcPts val="1000"/>
              </a:spcBef>
              <a:buFont typeface="Arial" panose="020B0604020202020204" pitchFamily="34" charset="0"/>
              <a:buChar char="•"/>
              <a:defRPr lang="fr-FR" sz="2000">
                <a:solidFill>
                  <a:schemeClr val="tx1"/>
                </a:solidFill>
                <a:latin typeface="+mn-lt"/>
              </a:defRPr>
            </a:lvl1pPr>
            <a:lvl2pPr marL="566928" indent="-283464">
              <a:spcBef>
                <a:spcPts val="1000"/>
              </a:spcBef>
              <a:buFont typeface="Arial" panose="020B0604020202020204" pitchFamily="34" charset="0"/>
              <a:buChar char="•"/>
              <a:defRPr lang="fr-FR" sz="2000">
                <a:solidFill>
                  <a:schemeClr val="tx1"/>
                </a:solidFill>
                <a:latin typeface="+mn-lt"/>
              </a:defRPr>
            </a:lvl2pPr>
            <a:lvl3pPr marL="850392" indent="-283464">
              <a:spcBef>
                <a:spcPts val="1000"/>
              </a:spcBef>
              <a:buFont typeface="Arial" panose="020B0604020202020204" pitchFamily="34" charset="0"/>
              <a:buChar char="•"/>
              <a:defRPr lang="fr-FR" sz="2000">
                <a:solidFill>
                  <a:schemeClr val="tx1"/>
                </a:solidFill>
                <a:latin typeface="+mn-lt"/>
              </a:defRPr>
            </a:lvl3pPr>
            <a:lvl4pPr marL="1133856" indent="-283464">
              <a:spcBef>
                <a:spcPts val="1000"/>
              </a:spcBef>
              <a:buFont typeface="Arial" panose="020B0604020202020204" pitchFamily="34" charset="0"/>
              <a:buChar char="•"/>
              <a:defRPr lang="fr-FR" sz="2000">
                <a:solidFill>
                  <a:schemeClr val="tx1"/>
                </a:solidFill>
                <a:latin typeface="+mn-lt"/>
              </a:defRPr>
            </a:lvl4pPr>
            <a:lvl5pPr marL="1463040" indent="-283464">
              <a:spcBef>
                <a:spcPts val="1000"/>
              </a:spcBef>
              <a:buFont typeface="Arial" panose="020B0604020202020204" pitchFamily="34" charset="0"/>
              <a:buChar char="•"/>
              <a:defRPr lang="fr-FR" sz="2000">
                <a:solidFill>
                  <a:schemeClr val="tx1"/>
                </a:solidFill>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Tree>
    <p:extLst>
      <p:ext uri="{BB962C8B-B14F-4D97-AF65-F5344CB8AC3E}">
        <p14:creationId xmlns:p14="http://schemas.microsoft.com/office/powerpoint/2010/main" val="5256561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Graphique ">
    <p:bg>
      <p:bgPr>
        <a:solidFill>
          <a:schemeClr val="accent2"/>
        </a:solidFill>
        <a:effectLst/>
      </p:bgPr>
    </p:bg>
    <p:spTree>
      <p:nvGrpSpPr>
        <p:cNvPr id="1" name=""/>
        <p:cNvGrpSpPr/>
        <p:nvPr/>
      </p:nvGrpSpPr>
      <p:grpSpPr>
        <a:xfrm>
          <a:off x="0" y="0"/>
          <a:ext cx="0" cy="0"/>
          <a:chOff x="0" y="0"/>
          <a:chExt cx="0" cy="0"/>
        </a:xfrm>
      </p:grpSpPr>
      <p:grpSp>
        <p:nvGrpSpPr>
          <p:cNvPr id="9" name="Groupe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orme libre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4" name="Forme libre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rtlCol="0" anchor="b">
            <a:noAutofit/>
          </a:bodyPr>
          <a:lstStyle>
            <a:lvl1pPr>
              <a:defRPr lang="fr-FR" sz="4200" b="1">
                <a:latin typeface="+mj-lt"/>
              </a:defRPr>
            </a:lvl1pPr>
          </a:lstStyle>
          <a:p>
            <a:pPr rtl="0"/>
            <a:r>
              <a:rPr lang="fr-FR"/>
              <a:t>Cliquez pour ajouter un titre</a:t>
            </a:r>
          </a:p>
        </p:txBody>
      </p:sp>
      <p:sp>
        <p:nvSpPr>
          <p:cNvPr id="3" name="Espace réservé du contenu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rtlCol="0">
            <a:noAutofit/>
          </a:bodyPr>
          <a:lstStyle>
            <a:lvl1pPr marL="0" indent="0">
              <a:buNone/>
              <a:defRPr lang="fr-FR">
                <a:latin typeface="+mn-lt"/>
              </a:defRPr>
            </a:lvl1pPr>
            <a:lvl2pPr marL="457200" indent="0">
              <a:buNone/>
              <a:defRPr lang="fr-FR">
                <a:latin typeface="+mn-lt"/>
              </a:defRPr>
            </a:lvl2pPr>
            <a:lvl3pPr marL="914400" indent="0">
              <a:buNone/>
              <a:defRPr lang="fr-FR">
                <a:latin typeface="+mn-lt"/>
              </a:defRPr>
            </a:lvl3pPr>
            <a:lvl4pPr marL="1371600" indent="0">
              <a:buNone/>
              <a:defRPr lang="fr-FR">
                <a:latin typeface="+mn-lt"/>
              </a:defRPr>
            </a:lvl4pPr>
            <a:lvl5pPr marL="1828800" indent="0">
              <a:buNone/>
              <a:defRPr lang="fr-FR">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lang="fr-FR" sz="1200">
                <a:solidFill>
                  <a:schemeClr val="accent3"/>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3"/>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3"/>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31909451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e de fin">
    <p:spTree>
      <p:nvGrpSpPr>
        <p:cNvPr id="1" name=""/>
        <p:cNvGrpSpPr/>
        <p:nvPr/>
      </p:nvGrpSpPr>
      <p:grpSpPr>
        <a:xfrm>
          <a:off x="0" y="0"/>
          <a:ext cx="0" cy="0"/>
          <a:chOff x="0" y="0"/>
          <a:chExt cx="0" cy="0"/>
        </a:xfrm>
      </p:grpSpPr>
      <p:grpSp>
        <p:nvGrpSpPr>
          <p:cNvPr id="5" name="Groupe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grpSp>
          <p:nvGrpSpPr>
            <p:cNvPr id="6" name="Groupe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orme libre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6" name="Forme libre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2" name="Forme libre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7" name="Forme libre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 name="Titr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rtlCol="0" anchor="b">
            <a:noAutofit/>
          </a:bodyPr>
          <a:lstStyle>
            <a:lvl1pPr algn="l">
              <a:defRPr lang="fr-FR" sz="6000" b="1">
                <a:latin typeface="+mj-lt"/>
              </a:defRPr>
            </a:lvl1pPr>
          </a:lstStyle>
          <a:p>
            <a:pPr rtl="0"/>
            <a:r>
              <a:rPr lang="fr-FR"/>
              <a:t>Cliquez pour ajouter un titre</a:t>
            </a:r>
          </a:p>
        </p:txBody>
      </p:sp>
      <p:sp>
        <p:nvSpPr>
          <p:cNvPr id="3" name="Sous-titr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rtlCol="0" anchor="t" anchorCtr="0">
            <a:normAutofit/>
          </a:bodyPr>
          <a:lstStyle>
            <a:lvl1pPr marL="0" indent="0" algn="l">
              <a:buNone/>
              <a:defRPr lang="fr-FR" sz="2800">
                <a:latin typeface="+mn-lt"/>
              </a:defRPr>
            </a:lvl1pPr>
            <a:lvl2pPr marL="457200" indent="0" algn="ctr">
              <a:buNone/>
              <a:defRPr lang="fr-FR" sz="2000"/>
            </a:lvl2pPr>
            <a:lvl3pPr marL="914400" indent="0" algn="ctr">
              <a:buNone/>
              <a:defRPr lang="fr-FR" sz="1800"/>
            </a:lvl3pPr>
            <a:lvl4pPr marL="1371600" indent="0" algn="ctr">
              <a:buNone/>
              <a:defRPr lang="fr-FR" sz="1600"/>
            </a:lvl4pPr>
            <a:lvl5pPr marL="1828800" indent="0" algn="ctr">
              <a:buNone/>
              <a:defRPr lang="fr-FR" sz="1600"/>
            </a:lvl5pPr>
            <a:lvl6pPr marL="2286000" indent="0" algn="ctr">
              <a:buNone/>
              <a:defRPr lang="fr-FR" sz="1600"/>
            </a:lvl6pPr>
            <a:lvl7pPr marL="2743200" indent="0" algn="ctr">
              <a:buNone/>
              <a:defRPr lang="fr-FR" sz="1600"/>
            </a:lvl7pPr>
            <a:lvl8pPr marL="3200400" indent="0" algn="ctr">
              <a:buNone/>
              <a:defRPr lang="fr-FR" sz="1600"/>
            </a:lvl8pPr>
            <a:lvl9pPr marL="3657600" indent="0" algn="ctr">
              <a:buNone/>
              <a:defRPr lang="fr-FR" sz="1600"/>
            </a:lvl9pPr>
          </a:lstStyle>
          <a:p>
            <a:pPr lvl="0" rtl="0"/>
            <a:r>
              <a:rPr lang="fr-FR"/>
              <a:t>Cliquer pour ajouter du texte</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defPPr>
              <a:defRPr lang="fr-FR"/>
            </a:defPPr>
          </a:lstStyle>
          <a:p>
            <a:pPr rtl="0"/>
            <a:r>
              <a:rPr lang="fr-FR"/>
              <a:t>Modifiez le style du titre</a:t>
            </a:r>
          </a:p>
        </p:txBody>
      </p:sp>
      <p:sp>
        <p:nvSpPr>
          <p:cNvPr id="3" name="Espace réservé du texte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defPPr>
              <a:defRPr lang="fr-FR"/>
            </a:defPPr>
          </a:lstStyle>
          <a:p>
            <a:pPr lvl="0" rtl="0"/>
            <a:r>
              <a:rPr lang="fr-FR"/>
              <a:t>Modifiez les styles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4" name="Espace réservé de la date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fr-FR" sz="1200">
                <a:solidFill>
                  <a:schemeClr val="tx2"/>
                </a:solidFill>
                <a:latin typeface="+mn-lt"/>
              </a:defRPr>
            </a:lvl1pPr>
          </a:lstStyle>
          <a:p>
            <a:pPr rtl="0"/>
            <a:r>
              <a:rPr lang="fr-FR"/>
              <a:t>08/09/20XX</a:t>
            </a:r>
          </a:p>
        </p:txBody>
      </p:sp>
      <p:sp>
        <p:nvSpPr>
          <p:cNvPr id="5" name="Espace réservé du pied de page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tx2"/>
                </a:solidFill>
                <a:latin typeface="+mn-lt"/>
              </a:defRPr>
            </a:lvl1pPr>
          </a:lstStyle>
          <a:p>
            <a:pPr rtl="0"/>
            <a:endParaRPr lang="fr-FR" dirty="0"/>
          </a:p>
        </p:txBody>
      </p:sp>
      <p:sp>
        <p:nvSpPr>
          <p:cNvPr id="6" name="Espace réservé du numéro de diapositive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lang="fr-FR" sz="1200">
                <a:solidFill>
                  <a:schemeClr val="tx2"/>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4" r:id="rId4"/>
    <p:sldLayoutId id="2147483671" r:id="rId5"/>
    <p:sldLayoutId id="2147483659" r:id="rId6"/>
    <p:sldLayoutId id="2147483668" r:id="rId7"/>
    <p:sldLayoutId id="2147483669" r:id="rId8"/>
    <p:sldLayoutId id="2147483675" r:id="rId9"/>
    <p:sldLayoutId id="2147483677" r:id="rId10"/>
    <p:sldLayoutId id="2147483676" r:id="rId11"/>
    <p:sldLayoutId id="2147483661" r:id="rId12"/>
    <p:sldLayoutId id="2147483666" r:id="rId13"/>
  </p:sldLayoutIdLst>
  <p:hf sldNum="0" hdr="0" ftr="0" dt="0"/>
  <p:txStyles>
    <p:titleStyle>
      <a:lvl1pPr algn="l" defTabSz="914400" rtl="0" eaLnBrk="1" latinLnBrk="0" hangingPunct="1">
        <a:lnSpc>
          <a:spcPct val="80000"/>
        </a:lnSpc>
        <a:spcBef>
          <a:spcPct val="0"/>
        </a:spcBef>
        <a:buNone/>
        <a:defRPr lang="fr-F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fr-F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fr-F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fr-F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9pPr>
    </p:bodyStyle>
    <p:otherStyle>
      <a:defPPr>
        <a:defRPr lang="fr-FR"/>
      </a:defPPr>
      <a:lvl1pPr marL="0" algn="l" defTabSz="914400" rtl="0" eaLnBrk="1" latinLnBrk="0" hangingPunct="1">
        <a:defRPr lang="fr-FR" sz="1800" kern="1200">
          <a:solidFill>
            <a:schemeClr val="tx1"/>
          </a:solidFill>
          <a:latin typeface="+mn-lt"/>
          <a:ea typeface="+mn-ea"/>
          <a:cs typeface="+mn-cs"/>
        </a:defRPr>
      </a:lvl1pPr>
      <a:lvl2pPr marL="457200" algn="l" defTabSz="914400" rtl="0" eaLnBrk="1" latinLnBrk="0" hangingPunct="1">
        <a:defRPr lang="fr-FR" sz="1800" kern="1200">
          <a:solidFill>
            <a:schemeClr val="tx1"/>
          </a:solidFill>
          <a:latin typeface="+mn-lt"/>
          <a:ea typeface="+mn-ea"/>
          <a:cs typeface="+mn-cs"/>
        </a:defRPr>
      </a:lvl2pPr>
      <a:lvl3pPr marL="914400" algn="l" defTabSz="914400" rtl="0" eaLnBrk="1" latinLnBrk="0" hangingPunct="1">
        <a:defRPr lang="fr-FR" sz="1800" kern="1200">
          <a:solidFill>
            <a:schemeClr val="tx1"/>
          </a:solidFill>
          <a:latin typeface="+mn-lt"/>
          <a:ea typeface="+mn-ea"/>
          <a:cs typeface="+mn-cs"/>
        </a:defRPr>
      </a:lvl3pPr>
      <a:lvl4pPr marL="1371600" algn="l" defTabSz="914400" rtl="0" eaLnBrk="1" latinLnBrk="0" hangingPunct="1">
        <a:defRPr lang="fr-FR" sz="1800" kern="1200">
          <a:solidFill>
            <a:schemeClr val="tx1"/>
          </a:solidFill>
          <a:latin typeface="+mn-lt"/>
          <a:ea typeface="+mn-ea"/>
          <a:cs typeface="+mn-cs"/>
        </a:defRPr>
      </a:lvl4pPr>
      <a:lvl5pPr marL="1828800" algn="l" defTabSz="914400" rtl="0" eaLnBrk="1" latinLnBrk="0" hangingPunct="1">
        <a:defRPr lang="fr-FR" sz="1800" kern="1200">
          <a:solidFill>
            <a:schemeClr val="tx1"/>
          </a:solidFill>
          <a:latin typeface="+mn-lt"/>
          <a:ea typeface="+mn-ea"/>
          <a:cs typeface="+mn-cs"/>
        </a:defRPr>
      </a:lvl5pPr>
      <a:lvl6pPr marL="2286000" algn="l" defTabSz="914400" rtl="0" eaLnBrk="1" latinLnBrk="0" hangingPunct="1">
        <a:defRPr lang="fr-FR" sz="1800" kern="1200">
          <a:solidFill>
            <a:schemeClr val="tx1"/>
          </a:solidFill>
          <a:latin typeface="+mn-lt"/>
          <a:ea typeface="+mn-ea"/>
          <a:cs typeface="+mn-cs"/>
        </a:defRPr>
      </a:lvl6pPr>
      <a:lvl7pPr marL="2743200" algn="l" defTabSz="914400" rtl="0" eaLnBrk="1" latinLnBrk="0" hangingPunct="1">
        <a:defRPr lang="fr-FR" sz="1800" kern="1200">
          <a:solidFill>
            <a:schemeClr val="tx1"/>
          </a:solidFill>
          <a:latin typeface="+mn-lt"/>
          <a:ea typeface="+mn-ea"/>
          <a:cs typeface="+mn-cs"/>
        </a:defRPr>
      </a:lvl7pPr>
      <a:lvl8pPr marL="3200400" algn="l" defTabSz="914400" rtl="0" eaLnBrk="1" latinLnBrk="0" hangingPunct="1">
        <a:defRPr lang="fr-FR" sz="1800" kern="1200">
          <a:solidFill>
            <a:schemeClr val="tx1"/>
          </a:solidFill>
          <a:latin typeface="+mn-lt"/>
          <a:ea typeface="+mn-ea"/>
          <a:cs typeface="+mn-cs"/>
        </a:defRPr>
      </a:lvl8pPr>
      <a:lvl9pPr marL="3657600" algn="l" defTabSz="914400" rtl="0" eaLnBrk="1" latinLnBrk="0" hangingPunct="1">
        <a:defRPr lang="fr-F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0.xml"/><Relationship Id="rId1" Type="http://schemas.openxmlformats.org/officeDocument/2006/relationships/slideLayout" Target="../slideLayouts/slideLayout9.xml"/><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DF3D98-3C30-4CFC-8643-C81E829C8C25}"/>
              </a:ext>
            </a:extLst>
          </p:cNvPr>
          <p:cNvSpPr>
            <a:spLocks noGrp="1"/>
          </p:cNvSpPr>
          <p:nvPr>
            <p:ph type="ctrTitle"/>
          </p:nvPr>
        </p:nvSpPr>
        <p:spPr>
          <a:xfrm>
            <a:off x="1167493" y="232913"/>
            <a:ext cx="7096933" cy="3830130"/>
          </a:xfrm>
        </p:spPr>
        <p:txBody>
          <a:bodyPr rtlCol="0"/>
          <a:lstStyle>
            <a:defPPr>
              <a:defRPr lang="fr-FR"/>
            </a:defPPr>
          </a:lstStyle>
          <a:p>
            <a:pPr rtl="0"/>
            <a:r>
              <a:rPr lang="fr-FR" dirty="0"/>
              <a:t>TP– Gestion des dépôts Linux</a:t>
            </a:r>
          </a:p>
        </p:txBody>
      </p:sp>
      <p:pic>
        <p:nvPicPr>
          <p:cNvPr id="4" name="Image 3" descr="Une image contenant capture d’écran, Graphique, Police, symbole&#10;&#10;Description générée automatiquement">
            <a:extLst>
              <a:ext uri="{FF2B5EF4-FFF2-40B4-BE49-F238E27FC236}">
                <a16:creationId xmlns:a16="http://schemas.microsoft.com/office/drawing/2014/main" id="{9E7668C2-D286-0BFD-F233-A7274E20EBC4}"/>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3" name="ZoneTexte 2">
            <a:extLst>
              <a:ext uri="{FF2B5EF4-FFF2-40B4-BE49-F238E27FC236}">
                <a16:creationId xmlns:a16="http://schemas.microsoft.com/office/drawing/2014/main" id="{87C2318A-6159-9B84-8432-94CA2F9584F3}"/>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2DF434-28DB-4621-A497-D62C41CE0419}"/>
              </a:ext>
            </a:extLst>
          </p:cNvPr>
          <p:cNvSpPr>
            <a:spLocks noGrp="1"/>
          </p:cNvSpPr>
          <p:nvPr>
            <p:ph type="title"/>
          </p:nvPr>
        </p:nvSpPr>
        <p:spPr>
          <a:xfrm>
            <a:off x="1158864" y="102021"/>
            <a:ext cx="9779183" cy="1744415"/>
          </a:xfrm>
        </p:spPr>
        <p:txBody>
          <a:bodyPr rtlCol="0"/>
          <a:lstStyle>
            <a:defPPr>
              <a:defRPr lang="fr-FR"/>
            </a:defPPr>
          </a:lstStyle>
          <a:p>
            <a:pPr rtl="0"/>
            <a:r>
              <a:rPr lang="fr-FR" dirty="0"/>
              <a:t>Objectif :</a:t>
            </a:r>
          </a:p>
        </p:txBody>
      </p:sp>
      <p:sp>
        <p:nvSpPr>
          <p:cNvPr id="3" name="Espace réservé du contenu 2">
            <a:extLst>
              <a:ext uri="{FF2B5EF4-FFF2-40B4-BE49-F238E27FC236}">
                <a16:creationId xmlns:a16="http://schemas.microsoft.com/office/drawing/2014/main" id="{22788C46-D0BC-4307-AE55-7601A139E7CB}"/>
              </a:ext>
            </a:extLst>
          </p:cNvPr>
          <p:cNvSpPr>
            <a:spLocks noGrp="1"/>
          </p:cNvSpPr>
          <p:nvPr>
            <p:ph idx="1"/>
          </p:nvPr>
        </p:nvSpPr>
        <p:spPr>
          <a:xfrm>
            <a:off x="1158865" y="2017467"/>
            <a:ext cx="9779182" cy="3366815"/>
          </a:xfrm>
        </p:spPr>
        <p:txBody>
          <a:bodyPr vert="horz" lIns="91440" tIns="45720" rIns="91440" bIns="45720" rtlCol="0" anchor="t">
            <a:normAutofit/>
          </a:bodyPr>
          <a:lstStyle>
            <a:defPPr>
              <a:defRPr lang="fr-FR"/>
            </a:defPPr>
          </a:lstStyle>
          <a:p>
            <a:pPr rtl="0"/>
            <a:r>
              <a:rPr lang="fr-FR" dirty="0"/>
              <a:t>Mini-projet : </a:t>
            </a:r>
            <a:r>
              <a:rPr lang="fr-FR" dirty="0" err="1"/>
              <a:t>Webmin</a:t>
            </a:r>
            <a:endParaRPr lang="fr-FR" dirty="0"/>
          </a:p>
          <a:p>
            <a:pPr rtl="0"/>
            <a:r>
              <a:rPr lang="fr-FR" dirty="0"/>
              <a:t>Mini-projet : cockpit</a:t>
            </a:r>
          </a:p>
        </p:txBody>
      </p:sp>
      <p:pic>
        <p:nvPicPr>
          <p:cNvPr id="4" name="Image 3" descr="Une image contenant capture d’écran, Graphique, Police, symbole&#10;&#10;Description générée automatiquement">
            <a:extLst>
              <a:ext uri="{FF2B5EF4-FFF2-40B4-BE49-F238E27FC236}">
                <a16:creationId xmlns:a16="http://schemas.microsoft.com/office/drawing/2014/main" id="{E7DC60F7-87D8-3EED-8AFD-51EB526D62B1}"/>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5" name="ZoneTexte 4">
            <a:extLst>
              <a:ext uri="{FF2B5EF4-FFF2-40B4-BE49-F238E27FC236}">
                <a16:creationId xmlns:a16="http://schemas.microsoft.com/office/drawing/2014/main" id="{333DEBB8-41AE-65DB-6F38-E8F74BF7CA30}"/>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148DD4-4828-CE87-0C5C-42BE175E8DA5}"/>
              </a:ext>
            </a:extLst>
          </p:cNvPr>
          <p:cNvSpPr>
            <a:spLocks noGrp="1"/>
          </p:cNvSpPr>
          <p:nvPr>
            <p:ph type="title"/>
          </p:nvPr>
        </p:nvSpPr>
        <p:spPr>
          <a:xfrm>
            <a:off x="1167492" y="1371600"/>
            <a:ext cx="6015946" cy="5137842"/>
          </a:xfrm>
        </p:spPr>
        <p:txBody>
          <a:bodyPr rtlCol="0"/>
          <a:lstStyle>
            <a:defPPr>
              <a:defRPr lang="fr-FR"/>
            </a:defPPr>
          </a:lstStyle>
          <a:p>
            <a:br>
              <a:rPr lang="fr-FR" sz="2400" dirty="0"/>
            </a:br>
            <a:endParaRPr lang="fr-FR" sz="5700" dirty="0"/>
          </a:p>
        </p:txBody>
      </p:sp>
      <p:pic>
        <p:nvPicPr>
          <p:cNvPr id="3" name="Image 2" descr="Une image contenant capture d’écran, Graphique, Police, symbole&#10;&#10;Description générée automatiquement">
            <a:extLst>
              <a:ext uri="{FF2B5EF4-FFF2-40B4-BE49-F238E27FC236}">
                <a16:creationId xmlns:a16="http://schemas.microsoft.com/office/drawing/2014/main" id="{88251638-2B5C-7A01-BB5E-26110F0F9882}"/>
              </a:ext>
            </a:extLst>
          </p:cNvPr>
          <p:cNvPicPr>
            <a:picLocks noChangeAspect="1"/>
          </p:cNvPicPr>
          <p:nvPr/>
        </p:nvPicPr>
        <p:blipFill>
          <a:blip r:embed="rId3"/>
          <a:srcRect l="13400" t="31000" r="13400" b="31200"/>
          <a:stretch/>
        </p:blipFill>
        <p:spPr>
          <a:xfrm>
            <a:off x="133350" y="6286578"/>
            <a:ext cx="866775" cy="447597"/>
          </a:xfrm>
          <a:prstGeom prst="rect">
            <a:avLst/>
          </a:prstGeom>
        </p:spPr>
      </p:pic>
      <p:pic>
        <p:nvPicPr>
          <p:cNvPr id="7" name="Espace réservé pour une image  6" descr="Une image contenant circuit, Ingénierie électronique, Appareils électroniques, Composant électronique&#10;&#10;Description générée automatiquement">
            <a:extLst>
              <a:ext uri="{FF2B5EF4-FFF2-40B4-BE49-F238E27FC236}">
                <a16:creationId xmlns:a16="http://schemas.microsoft.com/office/drawing/2014/main" id="{8B2E06FA-7803-C6A5-6B21-C482719539A7}"/>
              </a:ext>
            </a:extLst>
          </p:cNvPr>
          <p:cNvPicPr>
            <a:picLocks noGrp="1" noChangeAspect="1"/>
          </p:cNvPicPr>
          <p:nvPr>
            <p:ph type="pic" sz="quarter" idx="10"/>
          </p:nvPr>
        </p:nvPicPr>
        <p:blipFill>
          <a:blip r:embed="rId4"/>
          <a:srcRect l="228" r="228"/>
          <a:stretch>
            <a:fillRect/>
          </a:stretch>
        </p:blipFill>
        <p:spPr/>
      </p:pic>
      <p:sp>
        <p:nvSpPr>
          <p:cNvPr id="4" name="ZoneTexte 3">
            <a:extLst>
              <a:ext uri="{FF2B5EF4-FFF2-40B4-BE49-F238E27FC236}">
                <a16:creationId xmlns:a16="http://schemas.microsoft.com/office/drawing/2014/main" id="{3DDA900E-6060-E779-6CD0-78F33D58D24A}"/>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sp>
        <p:nvSpPr>
          <p:cNvPr id="8" name="Titre 1">
            <a:extLst>
              <a:ext uri="{FF2B5EF4-FFF2-40B4-BE49-F238E27FC236}">
                <a16:creationId xmlns:a16="http://schemas.microsoft.com/office/drawing/2014/main" id="{E1A8D853-68BD-1FB9-7487-202926265142}"/>
              </a:ext>
            </a:extLst>
          </p:cNvPr>
          <p:cNvSpPr txBox="1">
            <a:spLocks/>
          </p:cNvSpPr>
          <p:nvPr/>
        </p:nvSpPr>
        <p:spPr>
          <a:xfrm>
            <a:off x="1206408" y="2274853"/>
            <a:ext cx="9779183" cy="1744415"/>
          </a:xfrm>
          <a:prstGeom prst="rect">
            <a:avLst/>
          </a:prstGeom>
        </p:spPr>
        <p:txBody>
          <a:bodyPr vert="horz" lIns="91440" tIns="45720" rIns="91440" bIns="45720" rtlCol="0" anchor="ctr" anchorCtr="0">
            <a:noAutofit/>
          </a:bodyPr>
          <a:lstStyle>
            <a:defPPr>
              <a:defRPr lang="fr-FR"/>
            </a:defPPr>
            <a:lvl1pPr algn="l" defTabSz="914400" rtl="0" eaLnBrk="1" latinLnBrk="0" hangingPunct="1">
              <a:lnSpc>
                <a:spcPct val="80000"/>
              </a:lnSpc>
              <a:spcBef>
                <a:spcPct val="0"/>
              </a:spcBef>
              <a:buNone/>
              <a:defRPr lang="fr-FR" sz="6000" b="1" kern="1200">
                <a:solidFill>
                  <a:schemeClr val="tx1"/>
                </a:solidFill>
                <a:latin typeface="+mj-lt"/>
                <a:ea typeface="+mj-ea"/>
                <a:cs typeface="+mj-cs"/>
              </a:defRPr>
            </a:lvl1pPr>
          </a:lstStyle>
          <a:p>
            <a:endParaRPr lang="fr-FR" dirty="0"/>
          </a:p>
        </p:txBody>
      </p:sp>
      <p:sp>
        <p:nvSpPr>
          <p:cNvPr id="10" name="ZoneTexte 9">
            <a:extLst>
              <a:ext uri="{FF2B5EF4-FFF2-40B4-BE49-F238E27FC236}">
                <a16:creationId xmlns:a16="http://schemas.microsoft.com/office/drawing/2014/main" id="{21240287-6289-10C8-C956-31769A4DA7BA}"/>
              </a:ext>
            </a:extLst>
          </p:cNvPr>
          <p:cNvSpPr txBox="1"/>
          <p:nvPr/>
        </p:nvSpPr>
        <p:spPr>
          <a:xfrm>
            <a:off x="221923" y="2685395"/>
            <a:ext cx="6713032" cy="923330"/>
          </a:xfrm>
          <a:prstGeom prst="rect">
            <a:avLst/>
          </a:prstGeom>
          <a:noFill/>
        </p:spPr>
        <p:txBody>
          <a:bodyPr wrap="square">
            <a:spAutoFit/>
          </a:bodyPr>
          <a:lstStyle/>
          <a:p>
            <a:pPr rtl="0"/>
            <a:r>
              <a:rPr lang="fr-FR" sz="5400" b="1" dirty="0"/>
              <a:t>Mini-projet : </a:t>
            </a:r>
            <a:r>
              <a:rPr lang="fr-FR" sz="5400" b="1" dirty="0" err="1"/>
              <a:t>Webmin</a:t>
            </a:r>
            <a:endParaRPr lang="fr-FR" sz="5400" b="1" dirty="0"/>
          </a:p>
        </p:txBody>
      </p:sp>
    </p:spTree>
    <p:extLst>
      <p:ext uri="{BB962C8B-B14F-4D97-AF65-F5344CB8AC3E}">
        <p14:creationId xmlns:p14="http://schemas.microsoft.com/office/powerpoint/2010/main" val="3662677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26BC9DE8-A5CC-4BE1-0DE5-CB15D01A7919}"/>
              </a:ext>
            </a:extLst>
          </p:cNvPr>
          <p:cNvSpPr>
            <a:spLocks noGrp="1"/>
          </p:cNvSpPr>
          <p:nvPr>
            <p:ph type="subTitle" idx="1"/>
          </p:nvPr>
        </p:nvSpPr>
        <p:spPr>
          <a:xfrm>
            <a:off x="1127761" y="2335795"/>
            <a:ext cx="9936478" cy="1828800"/>
          </a:xfrm>
        </p:spPr>
        <p:txBody>
          <a:bodyPr rtlCol="0"/>
          <a:lstStyle>
            <a:defPPr>
              <a:defRPr lang="fr-FR"/>
            </a:defPPr>
          </a:lstStyle>
          <a:p>
            <a:pPr rtl="0"/>
            <a:endParaRPr lang="fr-FR" sz="24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1CB49245-4868-031A-3DE9-D6AEE1FE5CEA}"/>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D44B3764-22AD-B491-B4A3-A16A54D364A5}"/>
              </a:ext>
            </a:extLst>
          </p:cNvPr>
          <p:cNvSpPr>
            <a:spLocks noGrp="1"/>
          </p:cNvSpPr>
          <p:nvPr>
            <p:ph type="title"/>
          </p:nvPr>
        </p:nvSpPr>
        <p:spPr>
          <a:xfrm>
            <a:off x="1127762" y="457200"/>
            <a:ext cx="9936478" cy="1000408"/>
          </a:xfrm>
        </p:spPr>
        <p:txBody>
          <a:bodyPr/>
          <a:lstStyle/>
          <a:p>
            <a:r>
              <a:rPr lang="fr-FR" sz="6000" b="1" dirty="0"/>
              <a:t>Mini-projet : </a:t>
            </a:r>
            <a:r>
              <a:rPr lang="fr-FR" sz="6000" b="1" dirty="0" err="1"/>
              <a:t>Webmin</a:t>
            </a:r>
            <a:endParaRPr lang="fr-FR" dirty="0"/>
          </a:p>
        </p:txBody>
      </p:sp>
      <p:sp>
        <p:nvSpPr>
          <p:cNvPr id="2" name="ZoneTexte 1">
            <a:extLst>
              <a:ext uri="{FF2B5EF4-FFF2-40B4-BE49-F238E27FC236}">
                <a16:creationId xmlns:a16="http://schemas.microsoft.com/office/drawing/2014/main" id="{AC4C89D1-1DA6-B9D8-B457-291BEC5B8AB0}"/>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6" name="Image 5" descr="Une image contenant texte, capture d’écran, affichage, logiciel&#10;&#10;Description générée automatiquement">
            <a:extLst>
              <a:ext uri="{FF2B5EF4-FFF2-40B4-BE49-F238E27FC236}">
                <a16:creationId xmlns:a16="http://schemas.microsoft.com/office/drawing/2014/main" id="{90CA8B53-FF3D-FCCB-431F-5DDBE0C88C2F}"/>
              </a:ext>
            </a:extLst>
          </p:cNvPr>
          <p:cNvPicPr>
            <a:picLocks noChangeAspect="1"/>
          </p:cNvPicPr>
          <p:nvPr/>
        </p:nvPicPr>
        <p:blipFill>
          <a:blip r:embed="rId4"/>
          <a:srcRect t="571" b="1732"/>
          <a:stretch/>
        </p:blipFill>
        <p:spPr>
          <a:xfrm>
            <a:off x="447184" y="1892174"/>
            <a:ext cx="4823912" cy="3576119"/>
          </a:xfrm>
          <a:prstGeom prst="rect">
            <a:avLst/>
          </a:prstGeom>
        </p:spPr>
      </p:pic>
      <p:pic>
        <p:nvPicPr>
          <p:cNvPr id="9" name="Image 8" descr="Une image contenant texte, capture d’écran, nombre, Police&#10;&#10;Description générée automatiquement">
            <a:extLst>
              <a:ext uri="{FF2B5EF4-FFF2-40B4-BE49-F238E27FC236}">
                <a16:creationId xmlns:a16="http://schemas.microsoft.com/office/drawing/2014/main" id="{EF50104F-7351-30BE-0BCF-F220B3C86D03}"/>
              </a:ext>
            </a:extLst>
          </p:cNvPr>
          <p:cNvPicPr>
            <a:picLocks noChangeAspect="1"/>
          </p:cNvPicPr>
          <p:nvPr/>
        </p:nvPicPr>
        <p:blipFill>
          <a:blip r:embed="rId5"/>
          <a:stretch>
            <a:fillRect/>
          </a:stretch>
        </p:blipFill>
        <p:spPr>
          <a:xfrm>
            <a:off x="5755711" y="1861814"/>
            <a:ext cx="4823912" cy="3606479"/>
          </a:xfrm>
          <a:prstGeom prst="rect">
            <a:avLst/>
          </a:prstGeom>
        </p:spPr>
      </p:pic>
    </p:spTree>
    <p:extLst>
      <p:ext uri="{BB962C8B-B14F-4D97-AF65-F5344CB8AC3E}">
        <p14:creationId xmlns:p14="http://schemas.microsoft.com/office/powerpoint/2010/main" val="779750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C11D4-E04C-FCC3-E95E-9623DA028E58}"/>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CA83D55B-1770-0E8B-0635-6742F83C33BC}"/>
              </a:ext>
            </a:extLst>
          </p:cNvPr>
          <p:cNvSpPr>
            <a:spLocks noGrp="1"/>
          </p:cNvSpPr>
          <p:nvPr>
            <p:ph type="subTitle" idx="1"/>
          </p:nvPr>
        </p:nvSpPr>
        <p:spPr>
          <a:xfrm>
            <a:off x="1127761" y="2335795"/>
            <a:ext cx="9936478" cy="1828800"/>
          </a:xfrm>
        </p:spPr>
        <p:txBody>
          <a:bodyPr rtlCol="0"/>
          <a:lstStyle>
            <a:defPPr>
              <a:defRPr lang="fr-FR"/>
            </a:defPPr>
          </a:lstStyle>
          <a:p>
            <a:pPr rtl="0"/>
            <a:endParaRPr lang="fr-FR" sz="24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D32A8C12-F855-AA9B-47A1-AC828C80BB0F}"/>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B5FD1E32-29F2-34FE-DEB5-334087C6F4EE}"/>
              </a:ext>
            </a:extLst>
          </p:cNvPr>
          <p:cNvSpPr>
            <a:spLocks noGrp="1"/>
          </p:cNvSpPr>
          <p:nvPr>
            <p:ph type="title"/>
          </p:nvPr>
        </p:nvSpPr>
        <p:spPr>
          <a:xfrm>
            <a:off x="1127762" y="457200"/>
            <a:ext cx="9936478" cy="1000408"/>
          </a:xfrm>
        </p:spPr>
        <p:txBody>
          <a:bodyPr/>
          <a:lstStyle/>
          <a:p>
            <a:r>
              <a:rPr lang="fr-FR" sz="6000" b="1" dirty="0"/>
              <a:t>Mini-projet : </a:t>
            </a:r>
            <a:r>
              <a:rPr lang="fr-FR" sz="6000" b="1" dirty="0" err="1"/>
              <a:t>Webmin</a:t>
            </a:r>
            <a:endParaRPr lang="fr-FR" dirty="0"/>
          </a:p>
        </p:txBody>
      </p:sp>
      <p:sp>
        <p:nvSpPr>
          <p:cNvPr id="2" name="ZoneTexte 1">
            <a:extLst>
              <a:ext uri="{FF2B5EF4-FFF2-40B4-BE49-F238E27FC236}">
                <a16:creationId xmlns:a16="http://schemas.microsoft.com/office/drawing/2014/main" id="{120CE83E-3BC2-654B-365D-B28FFD0EF48F}"/>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9" name="Image 8" descr="Une image contenant texte, Appareils électroniques, capture d’écran, logiciel&#10;&#10;Description générée automatiquement">
            <a:extLst>
              <a:ext uri="{FF2B5EF4-FFF2-40B4-BE49-F238E27FC236}">
                <a16:creationId xmlns:a16="http://schemas.microsoft.com/office/drawing/2014/main" id="{BEB85548-A3EB-AEE4-1FCA-6B6C96DD7664}"/>
              </a:ext>
            </a:extLst>
          </p:cNvPr>
          <p:cNvPicPr>
            <a:picLocks noChangeAspect="1"/>
          </p:cNvPicPr>
          <p:nvPr/>
        </p:nvPicPr>
        <p:blipFill>
          <a:blip r:embed="rId4"/>
          <a:stretch>
            <a:fillRect/>
          </a:stretch>
        </p:blipFill>
        <p:spPr>
          <a:xfrm>
            <a:off x="2648923" y="1509665"/>
            <a:ext cx="5417716" cy="4079827"/>
          </a:xfrm>
          <a:prstGeom prst="rect">
            <a:avLst/>
          </a:prstGeom>
        </p:spPr>
      </p:pic>
      <p:sp>
        <p:nvSpPr>
          <p:cNvPr id="10" name="Flèche : droite 9">
            <a:extLst>
              <a:ext uri="{FF2B5EF4-FFF2-40B4-BE49-F238E27FC236}">
                <a16:creationId xmlns:a16="http://schemas.microsoft.com/office/drawing/2014/main" id="{AFF47439-50E6-ABBF-564B-6BEE30470484}"/>
              </a:ext>
            </a:extLst>
          </p:cNvPr>
          <p:cNvSpPr/>
          <p:nvPr/>
        </p:nvSpPr>
        <p:spPr>
          <a:xfrm>
            <a:off x="1361280" y="4671588"/>
            <a:ext cx="1054124" cy="28971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C69BF74B-22B6-6908-2C70-76A9A4811B71}"/>
              </a:ext>
            </a:extLst>
          </p:cNvPr>
          <p:cNvSpPr txBox="1"/>
          <p:nvPr/>
        </p:nvSpPr>
        <p:spPr>
          <a:xfrm>
            <a:off x="145549" y="4291745"/>
            <a:ext cx="3485585" cy="369332"/>
          </a:xfrm>
          <a:prstGeom prst="rect">
            <a:avLst/>
          </a:prstGeom>
          <a:noFill/>
        </p:spPr>
        <p:txBody>
          <a:bodyPr wrap="square" rtlCol="0">
            <a:spAutoFit/>
          </a:bodyPr>
          <a:lstStyle/>
          <a:p>
            <a:r>
              <a:rPr lang="fr-FR" dirty="0"/>
              <a:t>Ajout des dépôts</a:t>
            </a:r>
          </a:p>
        </p:txBody>
      </p:sp>
    </p:spTree>
    <p:extLst>
      <p:ext uri="{BB962C8B-B14F-4D97-AF65-F5344CB8AC3E}">
        <p14:creationId xmlns:p14="http://schemas.microsoft.com/office/powerpoint/2010/main" val="3923055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3CD35-41C9-B4B9-C0AE-4C0EA30E808D}"/>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65FED960-533B-484E-3748-476E5E3C6DE9}"/>
              </a:ext>
            </a:extLst>
          </p:cNvPr>
          <p:cNvSpPr>
            <a:spLocks noGrp="1"/>
          </p:cNvSpPr>
          <p:nvPr>
            <p:ph type="subTitle" idx="1"/>
          </p:nvPr>
        </p:nvSpPr>
        <p:spPr>
          <a:xfrm>
            <a:off x="1127761" y="2335795"/>
            <a:ext cx="9936478" cy="1828800"/>
          </a:xfrm>
        </p:spPr>
        <p:txBody>
          <a:bodyPr rtlCol="0"/>
          <a:lstStyle>
            <a:defPPr>
              <a:defRPr lang="fr-FR"/>
            </a:defPPr>
          </a:lstStyle>
          <a:p>
            <a:pPr rtl="0"/>
            <a:endParaRPr lang="fr-FR" sz="24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6B92F6C2-B81D-A4C7-8C6F-1F7E37A24919}"/>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F89872CD-0F93-E133-3C68-F08877E15517}"/>
              </a:ext>
            </a:extLst>
          </p:cNvPr>
          <p:cNvSpPr>
            <a:spLocks noGrp="1"/>
          </p:cNvSpPr>
          <p:nvPr>
            <p:ph type="title"/>
          </p:nvPr>
        </p:nvSpPr>
        <p:spPr>
          <a:xfrm>
            <a:off x="1127762" y="457200"/>
            <a:ext cx="9936478" cy="1000408"/>
          </a:xfrm>
        </p:spPr>
        <p:txBody>
          <a:bodyPr/>
          <a:lstStyle/>
          <a:p>
            <a:r>
              <a:rPr lang="fr-FR" sz="6000" b="1" dirty="0"/>
              <a:t>Mini-projet : </a:t>
            </a:r>
            <a:r>
              <a:rPr lang="fr-FR" sz="6000" b="1" dirty="0" err="1"/>
              <a:t>Webmin</a:t>
            </a:r>
            <a:endParaRPr lang="fr-FR" dirty="0"/>
          </a:p>
        </p:txBody>
      </p:sp>
      <p:sp>
        <p:nvSpPr>
          <p:cNvPr id="2" name="ZoneTexte 1">
            <a:extLst>
              <a:ext uri="{FF2B5EF4-FFF2-40B4-BE49-F238E27FC236}">
                <a16:creationId xmlns:a16="http://schemas.microsoft.com/office/drawing/2014/main" id="{F0F51C16-099A-779B-AF4A-7DDA9E0A3C09}"/>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6" name="Image 5" descr="Une image contenant texte, Appareils électroniques, capture d’écran, logiciel&#10;&#10;Description générée automatiquement">
            <a:extLst>
              <a:ext uri="{FF2B5EF4-FFF2-40B4-BE49-F238E27FC236}">
                <a16:creationId xmlns:a16="http://schemas.microsoft.com/office/drawing/2014/main" id="{FA88EBE3-7E49-0DAF-3DFA-4BEC8CA2E9C7}"/>
              </a:ext>
            </a:extLst>
          </p:cNvPr>
          <p:cNvPicPr>
            <a:picLocks noChangeAspect="1"/>
          </p:cNvPicPr>
          <p:nvPr/>
        </p:nvPicPr>
        <p:blipFill>
          <a:blip r:embed="rId4"/>
          <a:stretch>
            <a:fillRect/>
          </a:stretch>
        </p:blipFill>
        <p:spPr>
          <a:xfrm>
            <a:off x="1830293" y="1650327"/>
            <a:ext cx="5738405" cy="4331167"/>
          </a:xfrm>
          <a:prstGeom prst="rect">
            <a:avLst/>
          </a:prstGeom>
        </p:spPr>
      </p:pic>
      <p:sp>
        <p:nvSpPr>
          <p:cNvPr id="7" name="Flèche : droite 6">
            <a:extLst>
              <a:ext uri="{FF2B5EF4-FFF2-40B4-BE49-F238E27FC236}">
                <a16:creationId xmlns:a16="http://schemas.microsoft.com/office/drawing/2014/main" id="{FDB4A5F6-CC81-F785-CC80-24FF6491164C}"/>
              </a:ext>
            </a:extLst>
          </p:cNvPr>
          <p:cNvSpPr/>
          <p:nvPr/>
        </p:nvSpPr>
        <p:spPr>
          <a:xfrm rot="16200000">
            <a:off x="3757190" y="3417684"/>
            <a:ext cx="715223" cy="2806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9ED43316-357F-E610-9632-B212DF3DBEB8}"/>
              </a:ext>
            </a:extLst>
          </p:cNvPr>
          <p:cNvSpPr txBox="1"/>
          <p:nvPr/>
        </p:nvSpPr>
        <p:spPr>
          <a:xfrm>
            <a:off x="3241141" y="4042304"/>
            <a:ext cx="1747319" cy="369332"/>
          </a:xfrm>
          <a:prstGeom prst="rect">
            <a:avLst/>
          </a:prstGeom>
          <a:noFill/>
        </p:spPr>
        <p:txBody>
          <a:bodyPr wrap="square" rtlCol="0">
            <a:spAutoFit/>
          </a:bodyPr>
          <a:lstStyle/>
          <a:p>
            <a:r>
              <a:rPr lang="fr-FR" dirty="0"/>
              <a:t>Ajout de la clé</a:t>
            </a:r>
          </a:p>
        </p:txBody>
      </p:sp>
    </p:spTree>
    <p:extLst>
      <p:ext uri="{BB962C8B-B14F-4D97-AF65-F5344CB8AC3E}">
        <p14:creationId xmlns:p14="http://schemas.microsoft.com/office/powerpoint/2010/main" val="91015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7AF0F-9AC1-1902-C7D7-4D3EACBF119D}"/>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CC5B6B06-AFA9-754E-1DF0-3709B3269A36}"/>
              </a:ext>
            </a:extLst>
          </p:cNvPr>
          <p:cNvSpPr>
            <a:spLocks noGrp="1"/>
          </p:cNvSpPr>
          <p:nvPr>
            <p:ph type="subTitle" idx="1"/>
          </p:nvPr>
        </p:nvSpPr>
        <p:spPr>
          <a:xfrm>
            <a:off x="1127761" y="2335795"/>
            <a:ext cx="9936478" cy="1828800"/>
          </a:xfrm>
        </p:spPr>
        <p:txBody>
          <a:bodyPr rtlCol="0"/>
          <a:lstStyle>
            <a:defPPr>
              <a:defRPr lang="fr-FR"/>
            </a:defPPr>
          </a:lstStyle>
          <a:p>
            <a:pPr rtl="0"/>
            <a:endParaRPr lang="fr-FR" sz="24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C6B5B5A6-0BBA-4D62-3B4C-4CAF5A33CCD5}"/>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690274C1-F698-D1FD-781E-5C1664898DEF}"/>
              </a:ext>
            </a:extLst>
          </p:cNvPr>
          <p:cNvSpPr>
            <a:spLocks noGrp="1"/>
          </p:cNvSpPr>
          <p:nvPr>
            <p:ph type="title"/>
          </p:nvPr>
        </p:nvSpPr>
        <p:spPr>
          <a:xfrm>
            <a:off x="1127762" y="457200"/>
            <a:ext cx="9936478" cy="1000408"/>
          </a:xfrm>
        </p:spPr>
        <p:txBody>
          <a:bodyPr/>
          <a:lstStyle/>
          <a:p>
            <a:r>
              <a:rPr lang="fr-FR" sz="6000" b="1" dirty="0"/>
              <a:t>Mini-projet : </a:t>
            </a:r>
            <a:r>
              <a:rPr lang="fr-FR" sz="6000" b="1" dirty="0" err="1"/>
              <a:t>Webmin</a:t>
            </a:r>
            <a:endParaRPr lang="fr-FR" dirty="0"/>
          </a:p>
        </p:txBody>
      </p:sp>
      <p:sp>
        <p:nvSpPr>
          <p:cNvPr id="2" name="ZoneTexte 1">
            <a:extLst>
              <a:ext uri="{FF2B5EF4-FFF2-40B4-BE49-F238E27FC236}">
                <a16:creationId xmlns:a16="http://schemas.microsoft.com/office/drawing/2014/main" id="{85C8D282-36E8-E55F-B13C-6BB7DD68BC34}"/>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10" name="Image 9" descr="Une image contenant texte, capture d’écran, Police, nombre&#10;&#10;Description générée automatiquement">
            <a:extLst>
              <a:ext uri="{FF2B5EF4-FFF2-40B4-BE49-F238E27FC236}">
                <a16:creationId xmlns:a16="http://schemas.microsoft.com/office/drawing/2014/main" id="{6DBAE757-B81A-3AA0-C845-BF713A7AF35F}"/>
              </a:ext>
            </a:extLst>
          </p:cNvPr>
          <p:cNvPicPr>
            <a:picLocks noChangeAspect="1"/>
          </p:cNvPicPr>
          <p:nvPr/>
        </p:nvPicPr>
        <p:blipFill>
          <a:blip r:embed="rId4"/>
          <a:stretch>
            <a:fillRect/>
          </a:stretch>
        </p:blipFill>
        <p:spPr>
          <a:xfrm>
            <a:off x="603030" y="1618306"/>
            <a:ext cx="6911403" cy="4130643"/>
          </a:xfrm>
          <a:prstGeom prst="rect">
            <a:avLst/>
          </a:prstGeom>
        </p:spPr>
      </p:pic>
      <p:sp>
        <p:nvSpPr>
          <p:cNvPr id="11" name="Flèche : gauche 10">
            <a:extLst>
              <a:ext uri="{FF2B5EF4-FFF2-40B4-BE49-F238E27FC236}">
                <a16:creationId xmlns:a16="http://schemas.microsoft.com/office/drawing/2014/main" id="{9B0CE0D5-D3DA-30DE-7EEB-C57D703FA4E5}"/>
              </a:ext>
            </a:extLst>
          </p:cNvPr>
          <p:cNvSpPr/>
          <p:nvPr/>
        </p:nvSpPr>
        <p:spPr>
          <a:xfrm>
            <a:off x="6618083" y="4428278"/>
            <a:ext cx="1439501" cy="42551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4B611343-FB7E-5C45-903A-115DF90CF1B6}"/>
              </a:ext>
            </a:extLst>
          </p:cNvPr>
          <p:cNvSpPr txBox="1"/>
          <p:nvPr/>
        </p:nvSpPr>
        <p:spPr>
          <a:xfrm>
            <a:off x="8283921" y="3748538"/>
            <a:ext cx="2906162" cy="369332"/>
          </a:xfrm>
          <a:prstGeom prst="rect">
            <a:avLst/>
          </a:prstGeom>
          <a:noFill/>
        </p:spPr>
        <p:txBody>
          <a:bodyPr wrap="square" rtlCol="0">
            <a:spAutoFit/>
          </a:bodyPr>
          <a:lstStyle/>
          <a:p>
            <a:r>
              <a:rPr lang="fr-FR" dirty="0"/>
              <a:t>Puis installation de </a:t>
            </a:r>
            <a:r>
              <a:rPr lang="fr-FR" dirty="0" err="1"/>
              <a:t>webmin</a:t>
            </a:r>
            <a:endParaRPr lang="fr-FR" dirty="0"/>
          </a:p>
        </p:txBody>
      </p:sp>
    </p:spTree>
    <p:extLst>
      <p:ext uri="{BB962C8B-B14F-4D97-AF65-F5344CB8AC3E}">
        <p14:creationId xmlns:p14="http://schemas.microsoft.com/office/powerpoint/2010/main" val="1537286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D1E84-14C6-3F36-B854-695FE03BD147}"/>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5A5F5F47-2870-EC80-9F91-B0BC2047FC84}"/>
              </a:ext>
            </a:extLst>
          </p:cNvPr>
          <p:cNvSpPr>
            <a:spLocks noGrp="1"/>
          </p:cNvSpPr>
          <p:nvPr>
            <p:ph type="subTitle" idx="1"/>
          </p:nvPr>
        </p:nvSpPr>
        <p:spPr>
          <a:xfrm>
            <a:off x="1127761" y="2335795"/>
            <a:ext cx="9936478" cy="1828800"/>
          </a:xfrm>
        </p:spPr>
        <p:txBody>
          <a:bodyPr rtlCol="0"/>
          <a:lstStyle>
            <a:defPPr>
              <a:defRPr lang="fr-FR"/>
            </a:defPPr>
          </a:lstStyle>
          <a:p>
            <a:pPr rtl="0"/>
            <a:endParaRPr lang="fr-FR" sz="24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7B1EC39A-880B-683A-03FC-217CC326AF23}"/>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C3839FEC-CF9C-01E2-7A98-AFA28FB1E762}"/>
              </a:ext>
            </a:extLst>
          </p:cNvPr>
          <p:cNvSpPr>
            <a:spLocks noGrp="1"/>
          </p:cNvSpPr>
          <p:nvPr>
            <p:ph type="title"/>
          </p:nvPr>
        </p:nvSpPr>
        <p:spPr>
          <a:xfrm>
            <a:off x="1127762" y="457200"/>
            <a:ext cx="9936478" cy="1000408"/>
          </a:xfrm>
        </p:spPr>
        <p:txBody>
          <a:bodyPr/>
          <a:lstStyle/>
          <a:p>
            <a:r>
              <a:rPr lang="fr-FR" sz="6000" b="1" dirty="0"/>
              <a:t>Mini-projet : </a:t>
            </a:r>
            <a:r>
              <a:rPr lang="fr-FR" sz="6000" b="1" dirty="0" err="1"/>
              <a:t>Webmin</a:t>
            </a:r>
            <a:endParaRPr lang="fr-FR" dirty="0"/>
          </a:p>
        </p:txBody>
      </p:sp>
      <p:sp>
        <p:nvSpPr>
          <p:cNvPr id="2" name="ZoneTexte 1">
            <a:extLst>
              <a:ext uri="{FF2B5EF4-FFF2-40B4-BE49-F238E27FC236}">
                <a16:creationId xmlns:a16="http://schemas.microsoft.com/office/drawing/2014/main" id="{01BDAE56-1B78-32D3-6839-FE7C41270DD7}"/>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6" name="Image 5">
            <a:extLst>
              <a:ext uri="{FF2B5EF4-FFF2-40B4-BE49-F238E27FC236}">
                <a16:creationId xmlns:a16="http://schemas.microsoft.com/office/drawing/2014/main" id="{29998C7C-3AF0-DDB9-5479-3172BF0FDCDB}"/>
              </a:ext>
            </a:extLst>
          </p:cNvPr>
          <p:cNvPicPr>
            <a:picLocks noChangeAspect="1"/>
          </p:cNvPicPr>
          <p:nvPr/>
        </p:nvPicPr>
        <p:blipFill>
          <a:blip r:embed="rId4"/>
          <a:stretch>
            <a:fillRect/>
          </a:stretch>
        </p:blipFill>
        <p:spPr>
          <a:xfrm>
            <a:off x="1127761" y="1783387"/>
            <a:ext cx="9269261" cy="3753733"/>
          </a:xfrm>
          <a:prstGeom prst="rect">
            <a:avLst/>
          </a:prstGeom>
        </p:spPr>
      </p:pic>
      <p:sp>
        <p:nvSpPr>
          <p:cNvPr id="7" name="Flèche : droite 6">
            <a:extLst>
              <a:ext uri="{FF2B5EF4-FFF2-40B4-BE49-F238E27FC236}">
                <a16:creationId xmlns:a16="http://schemas.microsoft.com/office/drawing/2014/main" id="{8B6974D5-BFDB-8D93-5E43-F5D8F51CA692}"/>
              </a:ext>
            </a:extLst>
          </p:cNvPr>
          <p:cNvSpPr/>
          <p:nvPr/>
        </p:nvSpPr>
        <p:spPr>
          <a:xfrm>
            <a:off x="2743201" y="3920152"/>
            <a:ext cx="1104522" cy="2444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C7BB54D4-B6E8-EA57-712D-934634EC46BF}"/>
              </a:ext>
            </a:extLst>
          </p:cNvPr>
          <p:cNvSpPr txBox="1"/>
          <p:nvPr/>
        </p:nvSpPr>
        <p:spPr>
          <a:xfrm>
            <a:off x="1184272" y="3105834"/>
            <a:ext cx="3280819" cy="646331"/>
          </a:xfrm>
          <a:prstGeom prst="rect">
            <a:avLst/>
          </a:prstGeom>
          <a:noFill/>
        </p:spPr>
        <p:txBody>
          <a:bodyPr wrap="square" rtlCol="0">
            <a:spAutoFit/>
          </a:bodyPr>
          <a:lstStyle/>
          <a:p>
            <a:r>
              <a:rPr lang="fr-FR" dirty="0"/>
              <a:t>Après avoir saisi l'adresse suivante : 192.168.60.73:10000</a:t>
            </a:r>
          </a:p>
        </p:txBody>
      </p:sp>
    </p:spTree>
    <p:extLst>
      <p:ext uri="{BB962C8B-B14F-4D97-AF65-F5344CB8AC3E}">
        <p14:creationId xmlns:p14="http://schemas.microsoft.com/office/powerpoint/2010/main" val="5125556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7FEFF-79E8-C66B-2A13-667C9BDDDC34}"/>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84191E74-11D8-6581-11CE-EC284F3A9338}"/>
              </a:ext>
            </a:extLst>
          </p:cNvPr>
          <p:cNvSpPr>
            <a:spLocks noGrp="1"/>
          </p:cNvSpPr>
          <p:nvPr>
            <p:ph type="subTitle" idx="1"/>
          </p:nvPr>
        </p:nvSpPr>
        <p:spPr>
          <a:xfrm>
            <a:off x="1127761" y="2335795"/>
            <a:ext cx="9936478" cy="1828800"/>
          </a:xfrm>
        </p:spPr>
        <p:txBody>
          <a:bodyPr rtlCol="0"/>
          <a:lstStyle>
            <a:defPPr>
              <a:defRPr lang="fr-FR"/>
            </a:defPPr>
          </a:lstStyle>
          <a:p>
            <a:pPr rtl="0"/>
            <a:endParaRPr lang="fr-FR" sz="24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6FCB43A4-B328-34B3-D86E-1330AEF3B143}"/>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C9B9ED34-4FD3-1413-F807-1D66FECDD440}"/>
              </a:ext>
            </a:extLst>
          </p:cNvPr>
          <p:cNvSpPr>
            <a:spLocks noGrp="1"/>
          </p:cNvSpPr>
          <p:nvPr>
            <p:ph type="title"/>
          </p:nvPr>
        </p:nvSpPr>
        <p:spPr>
          <a:xfrm>
            <a:off x="1127762" y="457200"/>
            <a:ext cx="9936478" cy="1000408"/>
          </a:xfrm>
        </p:spPr>
        <p:txBody>
          <a:bodyPr/>
          <a:lstStyle/>
          <a:p>
            <a:r>
              <a:rPr lang="fr-FR" sz="6000" b="1" dirty="0"/>
              <a:t>Mini-projet : </a:t>
            </a:r>
            <a:r>
              <a:rPr lang="fr-FR" sz="6000" b="1" dirty="0" err="1"/>
              <a:t>Webmin</a:t>
            </a:r>
            <a:endParaRPr lang="fr-FR" dirty="0"/>
          </a:p>
        </p:txBody>
      </p:sp>
      <p:sp>
        <p:nvSpPr>
          <p:cNvPr id="2" name="ZoneTexte 1">
            <a:extLst>
              <a:ext uri="{FF2B5EF4-FFF2-40B4-BE49-F238E27FC236}">
                <a16:creationId xmlns:a16="http://schemas.microsoft.com/office/drawing/2014/main" id="{6CF4F21A-90C0-72C2-380C-2A7714166EFF}"/>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10" name="Image 9" descr="Une image contenant texte, capture d’écran, logiciel, Icône d’ordinateur&#10;&#10;Description générée automatiquement">
            <a:extLst>
              <a:ext uri="{FF2B5EF4-FFF2-40B4-BE49-F238E27FC236}">
                <a16:creationId xmlns:a16="http://schemas.microsoft.com/office/drawing/2014/main" id="{9FE9EC9D-EAEC-F9D9-B3D2-C1B16599E498}"/>
              </a:ext>
            </a:extLst>
          </p:cNvPr>
          <p:cNvPicPr>
            <a:picLocks noChangeAspect="1"/>
          </p:cNvPicPr>
          <p:nvPr/>
        </p:nvPicPr>
        <p:blipFill>
          <a:blip r:embed="rId4"/>
          <a:stretch>
            <a:fillRect/>
          </a:stretch>
        </p:blipFill>
        <p:spPr>
          <a:xfrm>
            <a:off x="1511929" y="1457608"/>
            <a:ext cx="8184333" cy="3910908"/>
          </a:xfrm>
          <a:prstGeom prst="rect">
            <a:avLst/>
          </a:prstGeom>
        </p:spPr>
      </p:pic>
      <p:sp>
        <p:nvSpPr>
          <p:cNvPr id="11" name="ZoneTexte 10">
            <a:extLst>
              <a:ext uri="{FF2B5EF4-FFF2-40B4-BE49-F238E27FC236}">
                <a16:creationId xmlns:a16="http://schemas.microsoft.com/office/drawing/2014/main" id="{FB6AFAEC-3AE0-8287-784F-88E6C08218A9}"/>
              </a:ext>
            </a:extLst>
          </p:cNvPr>
          <p:cNvSpPr txBox="1"/>
          <p:nvPr/>
        </p:nvSpPr>
        <p:spPr>
          <a:xfrm>
            <a:off x="1408709" y="5449318"/>
            <a:ext cx="3778926" cy="1200329"/>
          </a:xfrm>
          <a:prstGeom prst="rect">
            <a:avLst/>
          </a:prstGeom>
          <a:solidFill>
            <a:schemeClr val="accent1">
              <a:lumMod val="60000"/>
              <a:lumOff val="40000"/>
            </a:schemeClr>
          </a:solidFill>
        </p:spPr>
        <p:txBody>
          <a:bodyPr wrap="square" rtlCol="0">
            <a:spAutoFit/>
          </a:bodyPr>
          <a:lstStyle/>
          <a:p>
            <a:r>
              <a:rPr lang="fr-FR"/>
              <a:t>Webmin est une interface web intuitive conçue pour simplifier la gestion des serveurs Debian et autres distributions Linux.</a:t>
            </a:r>
            <a:endParaRPr lang="fr-FR" dirty="0"/>
          </a:p>
        </p:txBody>
      </p:sp>
      <p:sp>
        <p:nvSpPr>
          <p:cNvPr id="12" name="Flèche : haut 11">
            <a:extLst>
              <a:ext uri="{FF2B5EF4-FFF2-40B4-BE49-F238E27FC236}">
                <a16:creationId xmlns:a16="http://schemas.microsoft.com/office/drawing/2014/main" id="{8C3D4974-D385-63A7-3268-C76CA86CB275}"/>
              </a:ext>
            </a:extLst>
          </p:cNvPr>
          <p:cNvSpPr/>
          <p:nvPr/>
        </p:nvSpPr>
        <p:spPr>
          <a:xfrm>
            <a:off x="5305330" y="4861522"/>
            <a:ext cx="389299" cy="1204110"/>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838185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950B1-5C6E-C5AD-0648-BA228A3A5ED7}"/>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597CDFD2-CDA4-443C-47BF-AF5C39F84639}"/>
              </a:ext>
            </a:extLst>
          </p:cNvPr>
          <p:cNvSpPr>
            <a:spLocks noGrp="1"/>
          </p:cNvSpPr>
          <p:nvPr>
            <p:ph type="subTitle" idx="1"/>
          </p:nvPr>
        </p:nvSpPr>
        <p:spPr>
          <a:xfrm>
            <a:off x="1127761" y="2335795"/>
            <a:ext cx="9936478" cy="1828800"/>
          </a:xfrm>
        </p:spPr>
        <p:txBody>
          <a:bodyPr rtlCol="0"/>
          <a:lstStyle>
            <a:defPPr>
              <a:defRPr lang="fr-FR"/>
            </a:defPPr>
          </a:lstStyle>
          <a:p>
            <a:pPr rtl="0"/>
            <a:endParaRPr lang="fr-FR" sz="24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568957BA-5836-9585-DF1D-0C69E7DBAD7B}"/>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9216DBB3-375C-F1D7-8703-C8FD277330AF}"/>
              </a:ext>
            </a:extLst>
          </p:cNvPr>
          <p:cNvSpPr>
            <a:spLocks noGrp="1"/>
          </p:cNvSpPr>
          <p:nvPr>
            <p:ph type="title"/>
          </p:nvPr>
        </p:nvSpPr>
        <p:spPr>
          <a:xfrm>
            <a:off x="1127762" y="457200"/>
            <a:ext cx="9936478" cy="1000408"/>
          </a:xfrm>
        </p:spPr>
        <p:txBody>
          <a:bodyPr/>
          <a:lstStyle/>
          <a:p>
            <a:r>
              <a:rPr lang="fr-FR" sz="6000" b="1" dirty="0"/>
              <a:t>Mini-projet : </a:t>
            </a:r>
            <a:r>
              <a:rPr lang="fr-FR" sz="6000" b="1" dirty="0" err="1"/>
              <a:t>Webmin</a:t>
            </a:r>
            <a:endParaRPr lang="fr-FR" dirty="0"/>
          </a:p>
        </p:txBody>
      </p:sp>
      <p:sp>
        <p:nvSpPr>
          <p:cNvPr id="2" name="ZoneTexte 1">
            <a:extLst>
              <a:ext uri="{FF2B5EF4-FFF2-40B4-BE49-F238E27FC236}">
                <a16:creationId xmlns:a16="http://schemas.microsoft.com/office/drawing/2014/main" id="{57036E42-8DDC-711C-C2A1-46ECCBB6D2AB}"/>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10" name="Image 9" descr="Une image contenant texte, capture d’écran, logiciel, Icône d’ordinateur&#10;&#10;Description générée automatiquement">
            <a:extLst>
              <a:ext uri="{FF2B5EF4-FFF2-40B4-BE49-F238E27FC236}">
                <a16:creationId xmlns:a16="http://schemas.microsoft.com/office/drawing/2014/main" id="{24ABBAE2-CFD4-9BC6-CAB6-65C3A7524CE9}"/>
              </a:ext>
            </a:extLst>
          </p:cNvPr>
          <p:cNvPicPr>
            <a:picLocks noChangeAspect="1"/>
          </p:cNvPicPr>
          <p:nvPr/>
        </p:nvPicPr>
        <p:blipFill>
          <a:blip r:embed="rId4"/>
          <a:stretch>
            <a:fillRect/>
          </a:stretch>
        </p:blipFill>
        <p:spPr>
          <a:xfrm>
            <a:off x="3872501" y="1718623"/>
            <a:ext cx="7505881" cy="3586708"/>
          </a:xfrm>
          <a:prstGeom prst="rect">
            <a:avLst/>
          </a:prstGeom>
        </p:spPr>
      </p:pic>
      <p:sp>
        <p:nvSpPr>
          <p:cNvPr id="5" name="ZoneTexte 4">
            <a:extLst>
              <a:ext uri="{FF2B5EF4-FFF2-40B4-BE49-F238E27FC236}">
                <a16:creationId xmlns:a16="http://schemas.microsoft.com/office/drawing/2014/main" id="{42951E16-23B0-1644-996E-D31E11B73382}"/>
              </a:ext>
            </a:extLst>
          </p:cNvPr>
          <p:cNvSpPr txBox="1"/>
          <p:nvPr/>
        </p:nvSpPr>
        <p:spPr>
          <a:xfrm>
            <a:off x="133350" y="1856271"/>
            <a:ext cx="3702867" cy="2308324"/>
          </a:xfrm>
          <a:prstGeom prst="rect">
            <a:avLst/>
          </a:prstGeom>
          <a:solidFill>
            <a:schemeClr val="accent1">
              <a:lumMod val="60000"/>
              <a:lumOff val="40000"/>
            </a:schemeClr>
          </a:solidFill>
        </p:spPr>
        <p:txBody>
          <a:bodyPr wrap="square" rtlCol="0">
            <a:spAutoFit/>
          </a:bodyPr>
          <a:lstStyle/>
          <a:p>
            <a:r>
              <a:rPr lang="fr-FR" dirty="0"/>
              <a:t>Grâce à </a:t>
            </a:r>
            <a:r>
              <a:rPr lang="fr-FR" dirty="0" err="1"/>
              <a:t>Webmin</a:t>
            </a:r>
            <a:r>
              <a:rPr lang="fr-FR" dirty="0"/>
              <a:t>, les administrateurs peuvent accomplir des tâches administratives complexes, telles que la gestion des utilisateurs, la configuration des services réseau et la surveillance du système, sans avoir à utiliser la ligne de commande.</a:t>
            </a:r>
          </a:p>
        </p:txBody>
      </p:sp>
      <p:sp>
        <p:nvSpPr>
          <p:cNvPr id="6" name="Flèche : angle droit à deux pointes 5">
            <a:extLst>
              <a:ext uri="{FF2B5EF4-FFF2-40B4-BE49-F238E27FC236}">
                <a16:creationId xmlns:a16="http://schemas.microsoft.com/office/drawing/2014/main" id="{CC6AEDF9-E006-0DD9-440E-A15D2156AFC4}"/>
              </a:ext>
            </a:extLst>
          </p:cNvPr>
          <p:cNvSpPr/>
          <p:nvPr/>
        </p:nvSpPr>
        <p:spPr>
          <a:xfrm rot="5400000">
            <a:off x="2874173" y="4272927"/>
            <a:ext cx="815417" cy="742384"/>
          </a:xfrm>
          <a:prstGeom prst="leftUpArrow">
            <a:avLst>
              <a:gd name="adj1" fmla="val 17683"/>
              <a:gd name="adj2" fmla="val 25000"/>
              <a:gd name="adj3" fmla="val 3109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2820534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96C8D-4F67-AB36-C6DC-04A1B5A38CD4}"/>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55B4D83F-7574-81E6-258C-A0E40954BEC3}"/>
              </a:ext>
            </a:extLst>
          </p:cNvPr>
          <p:cNvSpPr>
            <a:spLocks noGrp="1"/>
          </p:cNvSpPr>
          <p:nvPr>
            <p:ph type="subTitle" idx="1"/>
          </p:nvPr>
        </p:nvSpPr>
        <p:spPr>
          <a:xfrm>
            <a:off x="1127761" y="2335795"/>
            <a:ext cx="9936478" cy="1828800"/>
          </a:xfrm>
        </p:spPr>
        <p:txBody>
          <a:bodyPr rtlCol="0"/>
          <a:lstStyle>
            <a:defPPr>
              <a:defRPr lang="fr-FR"/>
            </a:defPPr>
          </a:lstStyle>
          <a:p>
            <a:pPr rtl="0"/>
            <a:endParaRPr lang="fr-FR" sz="24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B4059937-95A6-9093-8959-1362FCFFE077}"/>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DAD91A49-CCDB-EE63-A8D8-04554627E53D}"/>
              </a:ext>
            </a:extLst>
          </p:cNvPr>
          <p:cNvSpPr>
            <a:spLocks noGrp="1"/>
          </p:cNvSpPr>
          <p:nvPr>
            <p:ph type="title"/>
          </p:nvPr>
        </p:nvSpPr>
        <p:spPr>
          <a:xfrm>
            <a:off x="1127762" y="457200"/>
            <a:ext cx="9936478" cy="1000408"/>
          </a:xfrm>
        </p:spPr>
        <p:txBody>
          <a:bodyPr/>
          <a:lstStyle/>
          <a:p>
            <a:r>
              <a:rPr lang="fr-FR" sz="6000" b="1" dirty="0"/>
              <a:t>Mini-projet : </a:t>
            </a:r>
            <a:r>
              <a:rPr lang="fr-FR" sz="6000" b="1" dirty="0" err="1"/>
              <a:t>Webmin</a:t>
            </a:r>
            <a:endParaRPr lang="fr-FR" dirty="0"/>
          </a:p>
        </p:txBody>
      </p:sp>
      <p:sp>
        <p:nvSpPr>
          <p:cNvPr id="2" name="ZoneTexte 1">
            <a:extLst>
              <a:ext uri="{FF2B5EF4-FFF2-40B4-BE49-F238E27FC236}">
                <a16:creationId xmlns:a16="http://schemas.microsoft.com/office/drawing/2014/main" id="{2DDD7EF4-FC5A-4ACA-169B-3CAAD7E056A3}"/>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10" name="Image 9" descr="Une image contenant texte, capture d’écran, logiciel, Icône d’ordinateur&#10;&#10;Description générée automatiquement">
            <a:extLst>
              <a:ext uri="{FF2B5EF4-FFF2-40B4-BE49-F238E27FC236}">
                <a16:creationId xmlns:a16="http://schemas.microsoft.com/office/drawing/2014/main" id="{27651A2A-4A0C-D163-9B4F-B01F6C559735}"/>
              </a:ext>
            </a:extLst>
          </p:cNvPr>
          <p:cNvPicPr>
            <a:picLocks noChangeAspect="1"/>
          </p:cNvPicPr>
          <p:nvPr/>
        </p:nvPicPr>
        <p:blipFill>
          <a:blip r:embed="rId4"/>
          <a:stretch>
            <a:fillRect/>
          </a:stretch>
        </p:blipFill>
        <p:spPr>
          <a:xfrm>
            <a:off x="3872501" y="1718623"/>
            <a:ext cx="7505881" cy="3586708"/>
          </a:xfrm>
          <a:prstGeom prst="rect">
            <a:avLst/>
          </a:prstGeom>
        </p:spPr>
      </p:pic>
      <p:sp>
        <p:nvSpPr>
          <p:cNvPr id="5" name="ZoneTexte 4">
            <a:extLst>
              <a:ext uri="{FF2B5EF4-FFF2-40B4-BE49-F238E27FC236}">
                <a16:creationId xmlns:a16="http://schemas.microsoft.com/office/drawing/2014/main" id="{DE8705D4-D855-3C21-66BB-916475AABEA6}"/>
              </a:ext>
            </a:extLst>
          </p:cNvPr>
          <p:cNvSpPr txBox="1"/>
          <p:nvPr/>
        </p:nvSpPr>
        <p:spPr>
          <a:xfrm>
            <a:off x="133350" y="1856271"/>
            <a:ext cx="3702867" cy="923330"/>
          </a:xfrm>
          <a:prstGeom prst="rect">
            <a:avLst/>
          </a:prstGeom>
          <a:solidFill>
            <a:schemeClr val="accent1">
              <a:lumMod val="60000"/>
              <a:lumOff val="40000"/>
            </a:schemeClr>
          </a:solidFill>
        </p:spPr>
        <p:txBody>
          <a:bodyPr wrap="square" rtlCol="0">
            <a:spAutoFit/>
          </a:bodyPr>
          <a:lstStyle/>
          <a:p>
            <a:r>
              <a:rPr lang="fr-FR" dirty="0"/>
              <a:t>Tout cela se fait via une interface graphique accessible depuis n'importe quel navigateur web.</a:t>
            </a:r>
          </a:p>
        </p:txBody>
      </p:sp>
      <p:sp>
        <p:nvSpPr>
          <p:cNvPr id="6" name="Flèche : angle droit à deux pointes 5">
            <a:extLst>
              <a:ext uri="{FF2B5EF4-FFF2-40B4-BE49-F238E27FC236}">
                <a16:creationId xmlns:a16="http://schemas.microsoft.com/office/drawing/2014/main" id="{6A17BCDA-A45D-D54F-080F-4EDA21450138}"/>
              </a:ext>
            </a:extLst>
          </p:cNvPr>
          <p:cNvSpPr/>
          <p:nvPr/>
        </p:nvSpPr>
        <p:spPr>
          <a:xfrm rot="5400000">
            <a:off x="2236211" y="3634966"/>
            <a:ext cx="2091342" cy="742384"/>
          </a:xfrm>
          <a:prstGeom prst="leftUpArrow">
            <a:avLst>
              <a:gd name="adj1" fmla="val 17683"/>
              <a:gd name="adj2" fmla="val 25000"/>
              <a:gd name="adj3" fmla="val 3109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2173686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A943E-AC82-1DF3-AA2F-1C2FF7179C4D}"/>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0E6E813D-C0B1-C000-E266-F9C6892EB981}"/>
              </a:ext>
            </a:extLst>
          </p:cNvPr>
          <p:cNvSpPr>
            <a:spLocks noGrp="1"/>
          </p:cNvSpPr>
          <p:nvPr>
            <p:ph type="subTitle" idx="1"/>
          </p:nvPr>
        </p:nvSpPr>
        <p:spPr>
          <a:xfrm>
            <a:off x="1000125" y="2122993"/>
            <a:ext cx="9936478" cy="1828800"/>
          </a:xfrm>
        </p:spPr>
        <p:txBody>
          <a:bodyPr rtlCol="0"/>
          <a:lstStyle>
            <a:defPPr>
              <a:defRPr lang="fr-FR"/>
            </a:defPPr>
          </a:lstStyle>
          <a:p>
            <a:pPr rtl="0"/>
            <a:endParaRPr lang="fr-FR" sz="24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4823E36C-4A49-1DF0-697E-4DF5612657C6}"/>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7E1FB028-C80B-2F36-86CC-FB614C1200F9}"/>
              </a:ext>
            </a:extLst>
          </p:cNvPr>
          <p:cNvSpPr>
            <a:spLocks noGrp="1"/>
          </p:cNvSpPr>
          <p:nvPr>
            <p:ph type="title"/>
          </p:nvPr>
        </p:nvSpPr>
        <p:spPr>
          <a:xfrm>
            <a:off x="1127762" y="457200"/>
            <a:ext cx="9936478" cy="1000408"/>
          </a:xfrm>
        </p:spPr>
        <p:txBody>
          <a:bodyPr/>
          <a:lstStyle/>
          <a:p>
            <a:r>
              <a:rPr lang="fr-FR" sz="6000" b="1" dirty="0"/>
              <a:t>Mini-projet : </a:t>
            </a:r>
            <a:r>
              <a:rPr lang="fr-FR" sz="6000" b="1" dirty="0" err="1"/>
              <a:t>Webmin</a:t>
            </a:r>
            <a:endParaRPr lang="fr-FR" dirty="0"/>
          </a:p>
        </p:txBody>
      </p:sp>
      <p:sp>
        <p:nvSpPr>
          <p:cNvPr id="2" name="ZoneTexte 1">
            <a:extLst>
              <a:ext uri="{FF2B5EF4-FFF2-40B4-BE49-F238E27FC236}">
                <a16:creationId xmlns:a16="http://schemas.microsoft.com/office/drawing/2014/main" id="{6B7C9C4F-1972-8A20-051C-F1FEEEE88B73}"/>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10" name="Image 9" descr="Une image contenant texte, capture d’écran, logiciel, Icône d’ordinateur&#10;&#10;Description générée automatiquement">
            <a:extLst>
              <a:ext uri="{FF2B5EF4-FFF2-40B4-BE49-F238E27FC236}">
                <a16:creationId xmlns:a16="http://schemas.microsoft.com/office/drawing/2014/main" id="{0679D7D8-EB81-226A-57B6-710E9FA12343}"/>
              </a:ext>
            </a:extLst>
          </p:cNvPr>
          <p:cNvPicPr>
            <a:picLocks noChangeAspect="1"/>
          </p:cNvPicPr>
          <p:nvPr/>
        </p:nvPicPr>
        <p:blipFill>
          <a:blip r:embed="rId4"/>
          <a:stretch>
            <a:fillRect/>
          </a:stretch>
        </p:blipFill>
        <p:spPr>
          <a:xfrm>
            <a:off x="133350" y="1869137"/>
            <a:ext cx="7505881" cy="3586708"/>
          </a:xfrm>
          <a:prstGeom prst="rect">
            <a:avLst/>
          </a:prstGeom>
        </p:spPr>
      </p:pic>
      <p:sp>
        <p:nvSpPr>
          <p:cNvPr id="5" name="ZoneTexte 4">
            <a:extLst>
              <a:ext uri="{FF2B5EF4-FFF2-40B4-BE49-F238E27FC236}">
                <a16:creationId xmlns:a16="http://schemas.microsoft.com/office/drawing/2014/main" id="{9DB31259-46F9-797E-54D9-8E70D82F6846}"/>
              </a:ext>
            </a:extLst>
          </p:cNvPr>
          <p:cNvSpPr txBox="1"/>
          <p:nvPr/>
        </p:nvSpPr>
        <p:spPr>
          <a:xfrm>
            <a:off x="7819287" y="1869137"/>
            <a:ext cx="3702867" cy="1477328"/>
          </a:xfrm>
          <a:prstGeom prst="rect">
            <a:avLst/>
          </a:prstGeom>
          <a:solidFill>
            <a:schemeClr val="accent1">
              <a:lumMod val="60000"/>
              <a:lumOff val="40000"/>
            </a:schemeClr>
          </a:solidFill>
        </p:spPr>
        <p:txBody>
          <a:bodyPr wrap="square" rtlCol="0">
            <a:spAutoFit/>
          </a:bodyPr>
          <a:lstStyle/>
          <a:p>
            <a:r>
              <a:rPr lang="fr-FR" dirty="0" err="1"/>
              <a:t>Webmin</a:t>
            </a:r>
            <a:r>
              <a:rPr lang="fr-FR" dirty="0"/>
              <a:t> rend l'administration des serveurs plus accessible et efficace, en particulier pour ceux qui préfèrent une approche visuelle et conviviale.</a:t>
            </a:r>
          </a:p>
        </p:txBody>
      </p:sp>
      <p:sp>
        <p:nvSpPr>
          <p:cNvPr id="6" name="Flèche : angle droit à deux pointes 5">
            <a:extLst>
              <a:ext uri="{FF2B5EF4-FFF2-40B4-BE49-F238E27FC236}">
                <a16:creationId xmlns:a16="http://schemas.microsoft.com/office/drawing/2014/main" id="{A5B4BA45-690C-067B-A518-C3C74434C2F3}"/>
              </a:ext>
            </a:extLst>
          </p:cNvPr>
          <p:cNvSpPr/>
          <p:nvPr/>
        </p:nvSpPr>
        <p:spPr>
          <a:xfrm>
            <a:off x="7819287" y="3520500"/>
            <a:ext cx="2091342" cy="742384"/>
          </a:xfrm>
          <a:prstGeom prst="leftUpArrow">
            <a:avLst>
              <a:gd name="adj1" fmla="val 17683"/>
              <a:gd name="adj2" fmla="val 25000"/>
              <a:gd name="adj3" fmla="val 3109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20497378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96A50-CE56-468F-FA71-2FFA197C286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8D7432A-33D3-BE69-002A-1E51A356B076}"/>
              </a:ext>
            </a:extLst>
          </p:cNvPr>
          <p:cNvSpPr>
            <a:spLocks noGrp="1"/>
          </p:cNvSpPr>
          <p:nvPr>
            <p:ph type="title"/>
          </p:nvPr>
        </p:nvSpPr>
        <p:spPr>
          <a:xfrm>
            <a:off x="1167492" y="1371600"/>
            <a:ext cx="6015946" cy="5137842"/>
          </a:xfrm>
        </p:spPr>
        <p:txBody>
          <a:bodyPr rtlCol="0"/>
          <a:lstStyle>
            <a:defPPr>
              <a:defRPr lang="fr-FR"/>
            </a:defPPr>
          </a:lstStyle>
          <a:p>
            <a:br>
              <a:rPr lang="fr-FR" sz="2400" dirty="0"/>
            </a:br>
            <a:br>
              <a:rPr lang="fr-FR" sz="2400" dirty="0"/>
            </a:br>
            <a:endParaRPr lang="fr-FR" sz="5700" dirty="0"/>
          </a:p>
        </p:txBody>
      </p:sp>
      <p:pic>
        <p:nvPicPr>
          <p:cNvPr id="3" name="Image 2" descr="Une image contenant capture d’écran, Graphique, Police, symbole&#10;&#10;Description générée automatiquement">
            <a:extLst>
              <a:ext uri="{FF2B5EF4-FFF2-40B4-BE49-F238E27FC236}">
                <a16:creationId xmlns:a16="http://schemas.microsoft.com/office/drawing/2014/main" id="{F6032669-D0DD-0311-4BB8-1F7E7EE4FE9E}"/>
              </a:ext>
            </a:extLst>
          </p:cNvPr>
          <p:cNvPicPr>
            <a:picLocks noChangeAspect="1"/>
          </p:cNvPicPr>
          <p:nvPr/>
        </p:nvPicPr>
        <p:blipFill>
          <a:blip r:embed="rId3"/>
          <a:srcRect l="13400" t="31000" r="13400" b="31200"/>
          <a:stretch/>
        </p:blipFill>
        <p:spPr>
          <a:xfrm>
            <a:off x="133350" y="6286578"/>
            <a:ext cx="866775" cy="447597"/>
          </a:xfrm>
          <a:prstGeom prst="rect">
            <a:avLst/>
          </a:prstGeom>
        </p:spPr>
      </p:pic>
      <p:pic>
        <p:nvPicPr>
          <p:cNvPr id="8" name="Espace réservé pour une image  7" descr="Une image contenant art, conception&#10;&#10;Description générée automatiquement">
            <a:extLst>
              <a:ext uri="{FF2B5EF4-FFF2-40B4-BE49-F238E27FC236}">
                <a16:creationId xmlns:a16="http://schemas.microsoft.com/office/drawing/2014/main" id="{65D8FCFA-BE7E-5FBC-B7D6-15493AEAEEE6}"/>
              </a:ext>
            </a:extLst>
          </p:cNvPr>
          <p:cNvPicPr>
            <a:picLocks noGrp="1" noChangeAspect="1"/>
          </p:cNvPicPr>
          <p:nvPr>
            <p:ph type="pic" sz="quarter" idx="10"/>
          </p:nvPr>
        </p:nvPicPr>
        <p:blipFill>
          <a:blip r:embed="rId4"/>
          <a:srcRect l="228" r="228"/>
          <a:stretch>
            <a:fillRect/>
          </a:stretch>
        </p:blipFill>
        <p:spPr/>
      </p:pic>
      <p:sp>
        <p:nvSpPr>
          <p:cNvPr id="4" name="ZoneTexte 3">
            <a:extLst>
              <a:ext uri="{FF2B5EF4-FFF2-40B4-BE49-F238E27FC236}">
                <a16:creationId xmlns:a16="http://schemas.microsoft.com/office/drawing/2014/main" id="{FE9CE89C-AB19-3EE8-16BB-F778CD92A8D3}"/>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sp>
        <p:nvSpPr>
          <p:cNvPr id="6" name="ZoneTexte 5">
            <a:extLst>
              <a:ext uri="{FF2B5EF4-FFF2-40B4-BE49-F238E27FC236}">
                <a16:creationId xmlns:a16="http://schemas.microsoft.com/office/drawing/2014/main" id="{C1491DCC-6059-63D2-C9B0-2627CFE25299}"/>
              </a:ext>
            </a:extLst>
          </p:cNvPr>
          <p:cNvSpPr txBox="1"/>
          <p:nvPr/>
        </p:nvSpPr>
        <p:spPr>
          <a:xfrm>
            <a:off x="508000" y="2967335"/>
            <a:ext cx="6469309" cy="923330"/>
          </a:xfrm>
          <a:prstGeom prst="rect">
            <a:avLst/>
          </a:prstGeom>
          <a:noFill/>
        </p:spPr>
        <p:txBody>
          <a:bodyPr wrap="square">
            <a:spAutoFit/>
          </a:bodyPr>
          <a:lstStyle/>
          <a:p>
            <a:pPr rtl="0"/>
            <a:r>
              <a:rPr lang="fr-FR" sz="5400" b="1" dirty="0"/>
              <a:t>Mini-projet : Cockpit</a:t>
            </a:r>
          </a:p>
        </p:txBody>
      </p:sp>
    </p:spTree>
    <p:extLst>
      <p:ext uri="{BB962C8B-B14F-4D97-AF65-F5344CB8AC3E}">
        <p14:creationId xmlns:p14="http://schemas.microsoft.com/office/powerpoint/2010/main" val="2108389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E8A91-6718-E7D1-D140-B381EC2B4A43}"/>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C79EF2C6-B4DE-A252-AAFC-75F676CB67ED}"/>
              </a:ext>
            </a:extLst>
          </p:cNvPr>
          <p:cNvSpPr>
            <a:spLocks noGrp="1"/>
          </p:cNvSpPr>
          <p:nvPr>
            <p:ph type="subTitle" idx="1"/>
          </p:nvPr>
        </p:nvSpPr>
        <p:spPr>
          <a:xfrm>
            <a:off x="1127761" y="2335795"/>
            <a:ext cx="9936478" cy="1828800"/>
          </a:xfrm>
        </p:spPr>
        <p:txBody>
          <a:bodyPr rtlCol="0"/>
          <a:lstStyle>
            <a:defPPr>
              <a:defRPr lang="fr-FR"/>
            </a:defPPr>
          </a:lstStyle>
          <a:p>
            <a:pPr rtl="0"/>
            <a:endParaRPr lang="fr-FR" sz="24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805BF063-6897-1400-743F-75DF170860F4}"/>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533FE6CD-8AF2-BDAC-2446-827FA6902B3C}"/>
              </a:ext>
            </a:extLst>
          </p:cNvPr>
          <p:cNvSpPr>
            <a:spLocks noGrp="1"/>
          </p:cNvSpPr>
          <p:nvPr>
            <p:ph type="title"/>
          </p:nvPr>
        </p:nvSpPr>
        <p:spPr>
          <a:xfrm>
            <a:off x="887240" y="457200"/>
            <a:ext cx="10177000" cy="1000408"/>
          </a:xfrm>
        </p:spPr>
        <p:txBody>
          <a:bodyPr/>
          <a:lstStyle/>
          <a:p>
            <a:r>
              <a:rPr lang="fr-FR" b="1" dirty="0"/>
              <a:t>Mini-projet : Cockpit</a:t>
            </a:r>
            <a:endParaRPr lang="fr-FR" dirty="0"/>
          </a:p>
        </p:txBody>
      </p:sp>
      <p:sp>
        <p:nvSpPr>
          <p:cNvPr id="2" name="ZoneTexte 1">
            <a:extLst>
              <a:ext uri="{FF2B5EF4-FFF2-40B4-BE49-F238E27FC236}">
                <a16:creationId xmlns:a16="http://schemas.microsoft.com/office/drawing/2014/main" id="{13CDD85A-DE39-9B31-A4AA-0DF769840086}"/>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11" name="Image 10">
            <a:extLst>
              <a:ext uri="{FF2B5EF4-FFF2-40B4-BE49-F238E27FC236}">
                <a16:creationId xmlns:a16="http://schemas.microsoft.com/office/drawing/2014/main" id="{D6DA1963-A750-1B74-97EE-5B081D7C86A0}"/>
              </a:ext>
            </a:extLst>
          </p:cNvPr>
          <p:cNvPicPr>
            <a:picLocks noChangeAspect="1"/>
          </p:cNvPicPr>
          <p:nvPr/>
        </p:nvPicPr>
        <p:blipFill>
          <a:blip r:embed="rId4"/>
          <a:stretch>
            <a:fillRect/>
          </a:stretch>
        </p:blipFill>
        <p:spPr>
          <a:xfrm>
            <a:off x="1475714" y="1647948"/>
            <a:ext cx="5718066" cy="4298301"/>
          </a:xfrm>
          <a:prstGeom prst="rect">
            <a:avLst/>
          </a:prstGeom>
        </p:spPr>
      </p:pic>
      <p:sp>
        <p:nvSpPr>
          <p:cNvPr id="12" name="Flèche : gauche 11">
            <a:extLst>
              <a:ext uri="{FF2B5EF4-FFF2-40B4-BE49-F238E27FC236}">
                <a16:creationId xmlns:a16="http://schemas.microsoft.com/office/drawing/2014/main" id="{0B8CB505-026D-380C-D4E5-DD94BCA8B337}"/>
              </a:ext>
            </a:extLst>
          </p:cNvPr>
          <p:cNvSpPr/>
          <p:nvPr/>
        </p:nvSpPr>
        <p:spPr>
          <a:xfrm>
            <a:off x="4870764" y="2272825"/>
            <a:ext cx="2670969" cy="298763"/>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430D9DBD-4FB4-46BE-0160-76D3839EC9EE}"/>
              </a:ext>
            </a:extLst>
          </p:cNvPr>
          <p:cNvSpPr txBox="1"/>
          <p:nvPr/>
        </p:nvSpPr>
        <p:spPr>
          <a:xfrm>
            <a:off x="7613964" y="2082297"/>
            <a:ext cx="3643218" cy="646331"/>
          </a:xfrm>
          <a:prstGeom prst="rect">
            <a:avLst/>
          </a:prstGeom>
          <a:noFill/>
        </p:spPr>
        <p:txBody>
          <a:bodyPr wrap="square" rtlCol="0">
            <a:spAutoFit/>
          </a:bodyPr>
          <a:lstStyle/>
          <a:p>
            <a:r>
              <a:rPr lang="fr-FR" dirty="0"/>
              <a:t>Installation de cockpit</a:t>
            </a:r>
          </a:p>
          <a:p>
            <a:r>
              <a:rPr lang="fr-FR" dirty="0"/>
              <a:t>(Déjà dans les dépôts deb de base</a:t>
            </a:r>
          </a:p>
        </p:txBody>
      </p:sp>
    </p:spTree>
    <p:extLst>
      <p:ext uri="{BB962C8B-B14F-4D97-AF65-F5344CB8AC3E}">
        <p14:creationId xmlns:p14="http://schemas.microsoft.com/office/powerpoint/2010/main" val="1461185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3C70B-017A-BC97-25E3-A063CC7DB0C7}"/>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007F5EBD-15ED-58EA-C062-D77C2598A203}"/>
              </a:ext>
            </a:extLst>
          </p:cNvPr>
          <p:cNvSpPr>
            <a:spLocks noGrp="1"/>
          </p:cNvSpPr>
          <p:nvPr>
            <p:ph type="subTitle" idx="1"/>
          </p:nvPr>
        </p:nvSpPr>
        <p:spPr>
          <a:xfrm>
            <a:off x="1127761" y="2335795"/>
            <a:ext cx="9936478" cy="1828800"/>
          </a:xfrm>
        </p:spPr>
        <p:txBody>
          <a:bodyPr rtlCol="0"/>
          <a:lstStyle>
            <a:defPPr>
              <a:defRPr lang="fr-FR"/>
            </a:defPPr>
          </a:lstStyle>
          <a:p>
            <a:pPr rtl="0"/>
            <a:endParaRPr lang="fr-FR" sz="24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50718002-F053-1490-03AA-90BDEED27A47}"/>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31AE2CFB-520C-4460-7428-293EF7B2F125}"/>
              </a:ext>
            </a:extLst>
          </p:cNvPr>
          <p:cNvSpPr>
            <a:spLocks noGrp="1"/>
          </p:cNvSpPr>
          <p:nvPr>
            <p:ph type="title"/>
          </p:nvPr>
        </p:nvSpPr>
        <p:spPr>
          <a:xfrm>
            <a:off x="887240" y="457200"/>
            <a:ext cx="10177000" cy="1000408"/>
          </a:xfrm>
        </p:spPr>
        <p:txBody>
          <a:bodyPr/>
          <a:lstStyle/>
          <a:p>
            <a:r>
              <a:rPr lang="fr-FR" b="1" dirty="0"/>
              <a:t>Mini-projet : Cockpit</a:t>
            </a:r>
            <a:endParaRPr lang="fr-FR" dirty="0"/>
          </a:p>
        </p:txBody>
      </p:sp>
      <p:sp>
        <p:nvSpPr>
          <p:cNvPr id="2" name="ZoneTexte 1">
            <a:extLst>
              <a:ext uri="{FF2B5EF4-FFF2-40B4-BE49-F238E27FC236}">
                <a16:creationId xmlns:a16="http://schemas.microsoft.com/office/drawing/2014/main" id="{E5572D72-6544-422B-5F92-7F5D3D8B8B53}"/>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6" name="Image 5">
            <a:extLst>
              <a:ext uri="{FF2B5EF4-FFF2-40B4-BE49-F238E27FC236}">
                <a16:creationId xmlns:a16="http://schemas.microsoft.com/office/drawing/2014/main" id="{BB028FCE-8883-D94F-4DE7-88823D684688}"/>
              </a:ext>
            </a:extLst>
          </p:cNvPr>
          <p:cNvPicPr>
            <a:picLocks noChangeAspect="1"/>
          </p:cNvPicPr>
          <p:nvPr/>
        </p:nvPicPr>
        <p:blipFill>
          <a:blip r:embed="rId4"/>
          <a:stretch>
            <a:fillRect/>
          </a:stretch>
        </p:blipFill>
        <p:spPr>
          <a:xfrm>
            <a:off x="1127761" y="1712960"/>
            <a:ext cx="5742467" cy="3655745"/>
          </a:xfrm>
          <a:prstGeom prst="rect">
            <a:avLst/>
          </a:prstGeom>
        </p:spPr>
      </p:pic>
      <p:sp>
        <p:nvSpPr>
          <p:cNvPr id="7" name="Flèche : gauche 6">
            <a:extLst>
              <a:ext uri="{FF2B5EF4-FFF2-40B4-BE49-F238E27FC236}">
                <a16:creationId xmlns:a16="http://schemas.microsoft.com/office/drawing/2014/main" id="{2F7B29EB-EB3E-7037-283F-67F7C33EB423}"/>
              </a:ext>
            </a:extLst>
          </p:cNvPr>
          <p:cNvSpPr/>
          <p:nvPr/>
        </p:nvSpPr>
        <p:spPr>
          <a:xfrm>
            <a:off x="6237838" y="1724685"/>
            <a:ext cx="1367073" cy="28971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50B4BADA-C57F-C690-E48C-B6506A54057F}"/>
              </a:ext>
            </a:extLst>
          </p:cNvPr>
          <p:cNvSpPr txBox="1"/>
          <p:nvPr/>
        </p:nvSpPr>
        <p:spPr>
          <a:xfrm>
            <a:off x="7804087" y="1684874"/>
            <a:ext cx="3096285" cy="369332"/>
          </a:xfrm>
          <a:prstGeom prst="rect">
            <a:avLst/>
          </a:prstGeom>
          <a:noFill/>
        </p:spPr>
        <p:txBody>
          <a:bodyPr wrap="square" rtlCol="0">
            <a:spAutoFit/>
          </a:bodyPr>
          <a:lstStyle/>
          <a:p>
            <a:r>
              <a:rPr lang="fr-FR"/>
              <a:t>Après avoir démarré Cockpit</a:t>
            </a:r>
            <a:endParaRPr lang="fr-FR" dirty="0"/>
          </a:p>
        </p:txBody>
      </p:sp>
    </p:spTree>
    <p:extLst>
      <p:ext uri="{BB962C8B-B14F-4D97-AF65-F5344CB8AC3E}">
        <p14:creationId xmlns:p14="http://schemas.microsoft.com/office/powerpoint/2010/main" val="1246755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5AB22-E218-3550-0A83-BAF4591BE47D}"/>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A72C323D-8C29-84EF-69BA-BC4297027825}"/>
              </a:ext>
            </a:extLst>
          </p:cNvPr>
          <p:cNvSpPr>
            <a:spLocks noGrp="1"/>
          </p:cNvSpPr>
          <p:nvPr>
            <p:ph type="subTitle" idx="1"/>
          </p:nvPr>
        </p:nvSpPr>
        <p:spPr>
          <a:xfrm>
            <a:off x="1127761" y="2335795"/>
            <a:ext cx="9936478" cy="1828800"/>
          </a:xfrm>
        </p:spPr>
        <p:txBody>
          <a:bodyPr rtlCol="0"/>
          <a:lstStyle>
            <a:defPPr>
              <a:defRPr lang="fr-FR"/>
            </a:defPPr>
          </a:lstStyle>
          <a:p>
            <a:pPr rtl="0"/>
            <a:endParaRPr lang="fr-FR" sz="24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BD4BFF5D-57C6-7154-C222-24C958F7D987}"/>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D26CC6C2-2006-30AF-C426-6D0246B91D67}"/>
              </a:ext>
            </a:extLst>
          </p:cNvPr>
          <p:cNvSpPr>
            <a:spLocks noGrp="1"/>
          </p:cNvSpPr>
          <p:nvPr>
            <p:ph type="title"/>
          </p:nvPr>
        </p:nvSpPr>
        <p:spPr>
          <a:xfrm>
            <a:off x="887240" y="457200"/>
            <a:ext cx="10177000" cy="1000408"/>
          </a:xfrm>
        </p:spPr>
        <p:txBody>
          <a:bodyPr/>
          <a:lstStyle/>
          <a:p>
            <a:r>
              <a:rPr lang="fr-FR" b="1" dirty="0"/>
              <a:t>Mini-projet : Cockpit</a:t>
            </a:r>
            <a:endParaRPr lang="fr-FR" dirty="0"/>
          </a:p>
        </p:txBody>
      </p:sp>
      <p:sp>
        <p:nvSpPr>
          <p:cNvPr id="2" name="ZoneTexte 1">
            <a:extLst>
              <a:ext uri="{FF2B5EF4-FFF2-40B4-BE49-F238E27FC236}">
                <a16:creationId xmlns:a16="http://schemas.microsoft.com/office/drawing/2014/main" id="{0450DCFE-7A96-6F26-AFA3-C6E3EE530FEF}"/>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6" name="Image 5" descr="Une image contenant capture d’écran, texte, Modélisation 3D, Logiciel multimédia&#10;&#10;Description générée automatiquement">
            <a:extLst>
              <a:ext uri="{FF2B5EF4-FFF2-40B4-BE49-F238E27FC236}">
                <a16:creationId xmlns:a16="http://schemas.microsoft.com/office/drawing/2014/main" id="{AE1436B4-91B2-CF71-0628-5B1CDFAE3A70}"/>
              </a:ext>
            </a:extLst>
          </p:cNvPr>
          <p:cNvPicPr>
            <a:picLocks noChangeAspect="1"/>
          </p:cNvPicPr>
          <p:nvPr/>
        </p:nvPicPr>
        <p:blipFill>
          <a:blip r:embed="rId4"/>
          <a:stretch>
            <a:fillRect/>
          </a:stretch>
        </p:blipFill>
        <p:spPr>
          <a:xfrm>
            <a:off x="443620" y="1954478"/>
            <a:ext cx="6171446" cy="2949044"/>
          </a:xfrm>
          <a:prstGeom prst="rect">
            <a:avLst/>
          </a:prstGeom>
        </p:spPr>
      </p:pic>
      <p:sp>
        <p:nvSpPr>
          <p:cNvPr id="7" name="Flèche : gauche 6">
            <a:extLst>
              <a:ext uri="{FF2B5EF4-FFF2-40B4-BE49-F238E27FC236}">
                <a16:creationId xmlns:a16="http://schemas.microsoft.com/office/drawing/2014/main" id="{02BD55A9-7086-B2CB-FB29-9DE0D3C82805}"/>
              </a:ext>
            </a:extLst>
          </p:cNvPr>
          <p:cNvSpPr/>
          <p:nvPr/>
        </p:nvSpPr>
        <p:spPr>
          <a:xfrm>
            <a:off x="4710820" y="3250195"/>
            <a:ext cx="2770360" cy="25123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FECA38F5-97D5-EB42-7A8A-C9AE41FBE4E1}"/>
              </a:ext>
            </a:extLst>
          </p:cNvPr>
          <p:cNvSpPr txBox="1"/>
          <p:nvPr/>
        </p:nvSpPr>
        <p:spPr>
          <a:xfrm>
            <a:off x="7731659" y="2880863"/>
            <a:ext cx="3485584" cy="923330"/>
          </a:xfrm>
          <a:prstGeom prst="rect">
            <a:avLst/>
          </a:prstGeom>
          <a:noFill/>
        </p:spPr>
        <p:txBody>
          <a:bodyPr wrap="square" rtlCol="0">
            <a:spAutoFit/>
          </a:bodyPr>
          <a:lstStyle/>
          <a:p>
            <a:r>
              <a:rPr lang="fr-FR" dirty="0"/>
              <a:t>Après avoir saisi l'adresse IP 192.168.60.83:9090 dans mon navigateur</a:t>
            </a:r>
          </a:p>
        </p:txBody>
      </p:sp>
    </p:spTree>
    <p:extLst>
      <p:ext uri="{BB962C8B-B14F-4D97-AF65-F5344CB8AC3E}">
        <p14:creationId xmlns:p14="http://schemas.microsoft.com/office/powerpoint/2010/main" val="25522180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0A1AE-8281-5315-030B-A3EB047A3A76}"/>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AED31D16-B473-C53D-EA9F-C3E4AF1457E2}"/>
              </a:ext>
            </a:extLst>
          </p:cNvPr>
          <p:cNvSpPr>
            <a:spLocks noGrp="1"/>
          </p:cNvSpPr>
          <p:nvPr>
            <p:ph type="subTitle" idx="1"/>
          </p:nvPr>
        </p:nvSpPr>
        <p:spPr>
          <a:xfrm>
            <a:off x="1127761" y="2335795"/>
            <a:ext cx="9936478" cy="1828800"/>
          </a:xfrm>
        </p:spPr>
        <p:txBody>
          <a:bodyPr rtlCol="0"/>
          <a:lstStyle>
            <a:defPPr>
              <a:defRPr lang="fr-FR"/>
            </a:defPPr>
          </a:lstStyle>
          <a:p>
            <a:pPr rtl="0"/>
            <a:endParaRPr lang="fr-FR" sz="24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9345A925-8265-DDC0-FA4D-DBE82C515291}"/>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0F7C8B93-F03F-5478-AC99-10554D4BFF60}"/>
              </a:ext>
            </a:extLst>
          </p:cNvPr>
          <p:cNvSpPr>
            <a:spLocks noGrp="1"/>
          </p:cNvSpPr>
          <p:nvPr>
            <p:ph type="title"/>
          </p:nvPr>
        </p:nvSpPr>
        <p:spPr>
          <a:xfrm>
            <a:off x="887240" y="457200"/>
            <a:ext cx="10177000" cy="1000408"/>
          </a:xfrm>
        </p:spPr>
        <p:txBody>
          <a:bodyPr/>
          <a:lstStyle/>
          <a:p>
            <a:r>
              <a:rPr lang="fr-FR" b="1" dirty="0"/>
              <a:t>Mini-projet : Cockpit</a:t>
            </a:r>
            <a:endParaRPr lang="fr-FR" dirty="0"/>
          </a:p>
        </p:txBody>
      </p:sp>
      <p:sp>
        <p:nvSpPr>
          <p:cNvPr id="2" name="ZoneTexte 1">
            <a:extLst>
              <a:ext uri="{FF2B5EF4-FFF2-40B4-BE49-F238E27FC236}">
                <a16:creationId xmlns:a16="http://schemas.microsoft.com/office/drawing/2014/main" id="{FE8939A8-11CB-E27F-9848-E7AE9207C660}"/>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6" name="Image 5">
            <a:extLst>
              <a:ext uri="{FF2B5EF4-FFF2-40B4-BE49-F238E27FC236}">
                <a16:creationId xmlns:a16="http://schemas.microsoft.com/office/drawing/2014/main" id="{B5AF2A6E-6B1E-BB97-7E67-14DE94F8291B}"/>
              </a:ext>
            </a:extLst>
          </p:cNvPr>
          <p:cNvPicPr>
            <a:picLocks noChangeAspect="1"/>
          </p:cNvPicPr>
          <p:nvPr/>
        </p:nvPicPr>
        <p:blipFill>
          <a:blip r:embed="rId4"/>
          <a:stretch>
            <a:fillRect/>
          </a:stretch>
        </p:blipFill>
        <p:spPr>
          <a:xfrm>
            <a:off x="385668" y="1683947"/>
            <a:ext cx="8043109" cy="3843424"/>
          </a:xfrm>
          <a:prstGeom prst="rect">
            <a:avLst/>
          </a:prstGeom>
        </p:spPr>
      </p:pic>
      <p:sp>
        <p:nvSpPr>
          <p:cNvPr id="7" name="ZoneTexte 6">
            <a:extLst>
              <a:ext uri="{FF2B5EF4-FFF2-40B4-BE49-F238E27FC236}">
                <a16:creationId xmlns:a16="http://schemas.microsoft.com/office/drawing/2014/main" id="{F7024CE2-AF01-54CA-76EE-63E6DC140371}"/>
              </a:ext>
            </a:extLst>
          </p:cNvPr>
          <p:cNvSpPr txBox="1"/>
          <p:nvPr/>
        </p:nvSpPr>
        <p:spPr>
          <a:xfrm>
            <a:off x="8881450" y="1756372"/>
            <a:ext cx="2480649" cy="923330"/>
          </a:xfrm>
          <a:prstGeom prst="rect">
            <a:avLst/>
          </a:prstGeom>
          <a:solidFill>
            <a:schemeClr val="accent1">
              <a:lumMod val="60000"/>
              <a:lumOff val="40000"/>
            </a:schemeClr>
          </a:solidFill>
        </p:spPr>
        <p:txBody>
          <a:bodyPr wrap="square" rtlCol="0">
            <a:spAutoFit/>
          </a:bodyPr>
          <a:lstStyle/>
          <a:p>
            <a:r>
              <a:rPr lang="fr-FR" dirty="0"/>
              <a:t>Après s'être connecté, on arrive sur la page d'accueil</a:t>
            </a:r>
          </a:p>
        </p:txBody>
      </p:sp>
      <p:sp>
        <p:nvSpPr>
          <p:cNvPr id="9" name="Flèche : angle droit à deux pointes 8">
            <a:extLst>
              <a:ext uri="{FF2B5EF4-FFF2-40B4-BE49-F238E27FC236}">
                <a16:creationId xmlns:a16="http://schemas.microsoft.com/office/drawing/2014/main" id="{D018B697-315B-0124-14AD-7257EEA989F4}"/>
              </a:ext>
            </a:extLst>
          </p:cNvPr>
          <p:cNvSpPr/>
          <p:nvPr/>
        </p:nvSpPr>
        <p:spPr>
          <a:xfrm>
            <a:off x="8618899" y="2865237"/>
            <a:ext cx="1779458" cy="1385304"/>
          </a:xfrm>
          <a:prstGeom prst="leftUpArrow">
            <a:avLst>
              <a:gd name="adj1" fmla="val 17158"/>
              <a:gd name="adj2" fmla="val 18138"/>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3657028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B7674-3CBD-00D1-4061-73E8D2BB7AB3}"/>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414D151A-42EB-7C9E-DB0B-D43D494596CF}"/>
              </a:ext>
            </a:extLst>
          </p:cNvPr>
          <p:cNvSpPr>
            <a:spLocks noGrp="1"/>
          </p:cNvSpPr>
          <p:nvPr>
            <p:ph type="subTitle" idx="1"/>
          </p:nvPr>
        </p:nvSpPr>
        <p:spPr>
          <a:xfrm>
            <a:off x="1127761" y="2335795"/>
            <a:ext cx="9936478" cy="1828800"/>
          </a:xfrm>
        </p:spPr>
        <p:txBody>
          <a:bodyPr rtlCol="0"/>
          <a:lstStyle>
            <a:defPPr>
              <a:defRPr lang="fr-FR"/>
            </a:defPPr>
          </a:lstStyle>
          <a:p>
            <a:pPr rtl="0"/>
            <a:endParaRPr lang="fr-FR" sz="24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1C0C106A-F5A6-80C4-0E15-BB89D7C6DFE5}"/>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B97B86CE-B228-0936-F20F-FF56B9644376}"/>
              </a:ext>
            </a:extLst>
          </p:cNvPr>
          <p:cNvSpPr>
            <a:spLocks noGrp="1"/>
          </p:cNvSpPr>
          <p:nvPr>
            <p:ph type="title"/>
          </p:nvPr>
        </p:nvSpPr>
        <p:spPr>
          <a:xfrm>
            <a:off x="887240" y="457200"/>
            <a:ext cx="10177000" cy="1000408"/>
          </a:xfrm>
        </p:spPr>
        <p:txBody>
          <a:bodyPr/>
          <a:lstStyle/>
          <a:p>
            <a:r>
              <a:rPr lang="fr-FR" b="1" dirty="0"/>
              <a:t>Mini-projet : Cockpit</a:t>
            </a:r>
            <a:endParaRPr lang="fr-FR" dirty="0"/>
          </a:p>
        </p:txBody>
      </p:sp>
      <p:sp>
        <p:nvSpPr>
          <p:cNvPr id="2" name="ZoneTexte 1">
            <a:extLst>
              <a:ext uri="{FF2B5EF4-FFF2-40B4-BE49-F238E27FC236}">
                <a16:creationId xmlns:a16="http://schemas.microsoft.com/office/drawing/2014/main" id="{E42C97C7-0FEA-7FEA-C24B-F86ACB9D241A}"/>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5" name="Image 4">
            <a:extLst>
              <a:ext uri="{FF2B5EF4-FFF2-40B4-BE49-F238E27FC236}">
                <a16:creationId xmlns:a16="http://schemas.microsoft.com/office/drawing/2014/main" id="{F84FEB35-E567-5C24-B0D8-B8A2DE6645FB}"/>
              </a:ext>
            </a:extLst>
          </p:cNvPr>
          <p:cNvPicPr>
            <a:picLocks noChangeAspect="1"/>
          </p:cNvPicPr>
          <p:nvPr/>
        </p:nvPicPr>
        <p:blipFill>
          <a:blip r:embed="rId4"/>
          <a:stretch>
            <a:fillRect/>
          </a:stretch>
        </p:blipFill>
        <p:spPr>
          <a:xfrm>
            <a:off x="403118" y="2255237"/>
            <a:ext cx="4711433" cy="2251373"/>
          </a:xfrm>
          <a:prstGeom prst="rect">
            <a:avLst/>
          </a:prstGeom>
        </p:spPr>
      </p:pic>
      <p:sp>
        <p:nvSpPr>
          <p:cNvPr id="10" name="ZoneTexte 9">
            <a:extLst>
              <a:ext uri="{FF2B5EF4-FFF2-40B4-BE49-F238E27FC236}">
                <a16:creationId xmlns:a16="http://schemas.microsoft.com/office/drawing/2014/main" id="{FD1150E0-2DDB-9B97-AD60-665E0CF9B220}"/>
              </a:ext>
            </a:extLst>
          </p:cNvPr>
          <p:cNvSpPr txBox="1"/>
          <p:nvPr/>
        </p:nvSpPr>
        <p:spPr>
          <a:xfrm>
            <a:off x="5650872" y="1684471"/>
            <a:ext cx="4217405" cy="646331"/>
          </a:xfrm>
          <a:prstGeom prst="rect">
            <a:avLst/>
          </a:prstGeom>
          <a:solidFill>
            <a:schemeClr val="accent1">
              <a:lumMod val="60000"/>
              <a:lumOff val="40000"/>
            </a:schemeClr>
          </a:solidFill>
        </p:spPr>
        <p:txBody>
          <a:bodyPr wrap="square" rtlCol="0">
            <a:spAutoFit/>
          </a:bodyPr>
          <a:lstStyle/>
          <a:p>
            <a:r>
              <a:rPr lang="fr-FR" dirty="0"/>
              <a:t>Cockpit est une interface web conviviale pour gérer les serveurs Linux.</a:t>
            </a:r>
          </a:p>
        </p:txBody>
      </p:sp>
      <p:sp>
        <p:nvSpPr>
          <p:cNvPr id="13" name="ZoneTexte 12">
            <a:extLst>
              <a:ext uri="{FF2B5EF4-FFF2-40B4-BE49-F238E27FC236}">
                <a16:creationId xmlns:a16="http://schemas.microsoft.com/office/drawing/2014/main" id="{A2A0C684-61DD-272A-EEB7-94DC2F8A5E53}"/>
              </a:ext>
            </a:extLst>
          </p:cNvPr>
          <p:cNvSpPr txBox="1"/>
          <p:nvPr/>
        </p:nvSpPr>
        <p:spPr>
          <a:xfrm>
            <a:off x="5114551" y="4602763"/>
            <a:ext cx="4844261" cy="923330"/>
          </a:xfrm>
          <a:prstGeom prst="rect">
            <a:avLst/>
          </a:prstGeom>
          <a:solidFill>
            <a:schemeClr val="accent1">
              <a:lumMod val="60000"/>
              <a:lumOff val="40000"/>
            </a:schemeClr>
          </a:solidFill>
        </p:spPr>
        <p:txBody>
          <a:bodyPr wrap="square" rtlCol="0">
            <a:spAutoFit/>
          </a:bodyPr>
          <a:lstStyle/>
          <a:p>
            <a:r>
              <a:rPr lang="fr-FR" dirty="0"/>
              <a:t>Il permet aux administrateurs de surveiller et de gérer les services, le stockage, et les utilisateurs.</a:t>
            </a:r>
          </a:p>
        </p:txBody>
      </p:sp>
      <p:sp>
        <p:nvSpPr>
          <p:cNvPr id="14" name="Flèche : trois pointes 13">
            <a:extLst>
              <a:ext uri="{FF2B5EF4-FFF2-40B4-BE49-F238E27FC236}">
                <a16:creationId xmlns:a16="http://schemas.microsoft.com/office/drawing/2014/main" id="{F3672AA7-11F5-E691-DDDB-403C0CDE57C6}"/>
              </a:ext>
            </a:extLst>
          </p:cNvPr>
          <p:cNvSpPr/>
          <p:nvPr/>
        </p:nvSpPr>
        <p:spPr>
          <a:xfrm rot="16200000">
            <a:off x="5657729" y="2110773"/>
            <a:ext cx="2092727" cy="2725090"/>
          </a:xfrm>
          <a:prstGeom prst="leftRightUpArrow">
            <a:avLst>
              <a:gd name="adj1" fmla="val 12608"/>
              <a:gd name="adj2" fmla="val 15706"/>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8157227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A2ED9-1363-D448-E277-1CA4FA5F29A7}"/>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30A76960-A26A-8079-3631-CC755CF84B79}"/>
              </a:ext>
            </a:extLst>
          </p:cNvPr>
          <p:cNvSpPr>
            <a:spLocks noGrp="1"/>
          </p:cNvSpPr>
          <p:nvPr>
            <p:ph type="subTitle" idx="1"/>
          </p:nvPr>
        </p:nvSpPr>
        <p:spPr>
          <a:xfrm>
            <a:off x="1127761" y="2335795"/>
            <a:ext cx="9936478" cy="1828800"/>
          </a:xfrm>
        </p:spPr>
        <p:txBody>
          <a:bodyPr rtlCol="0"/>
          <a:lstStyle>
            <a:defPPr>
              <a:defRPr lang="fr-FR"/>
            </a:defPPr>
          </a:lstStyle>
          <a:p>
            <a:pPr rtl="0"/>
            <a:endParaRPr lang="fr-FR" sz="24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C4EE149E-1EBD-B930-AB50-7D4EBE6B6D53}"/>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F92CEB25-0C15-2A86-31FC-28DCCF7562B9}"/>
              </a:ext>
            </a:extLst>
          </p:cNvPr>
          <p:cNvSpPr>
            <a:spLocks noGrp="1"/>
          </p:cNvSpPr>
          <p:nvPr>
            <p:ph type="title"/>
          </p:nvPr>
        </p:nvSpPr>
        <p:spPr>
          <a:xfrm>
            <a:off x="887240" y="457200"/>
            <a:ext cx="10177000" cy="1000408"/>
          </a:xfrm>
        </p:spPr>
        <p:txBody>
          <a:bodyPr/>
          <a:lstStyle/>
          <a:p>
            <a:r>
              <a:rPr lang="fr-FR" b="1" dirty="0"/>
              <a:t>Mini-projet : Cockpit</a:t>
            </a:r>
            <a:endParaRPr lang="fr-FR" dirty="0"/>
          </a:p>
        </p:txBody>
      </p:sp>
      <p:sp>
        <p:nvSpPr>
          <p:cNvPr id="2" name="ZoneTexte 1">
            <a:extLst>
              <a:ext uri="{FF2B5EF4-FFF2-40B4-BE49-F238E27FC236}">
                <a16:creationId xmlns:a16="http://schemas.microsoft.com/office/drawing/2014/main" id="{7886A674-6DAE-1DE7-1ADA-3B233FD2D3CE}"/>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pic>
        <p:nvPicPr>
          <p:cNvPr id="5" name="Image 4">
            <a:extLst>
              <a:ext uri="{FF2B5EF4-FFF2-40B4-BE49-F238E27FC236}">
                <a16:creationId xmlns:a16="http://schemas.microsoft.com/office/drawing/2014/main" id="{9EB7E8D4-269C-6E1C-7D43-1D96F2A854D1}"/>
              </a:ext>
            </a:extLst>
          </p:cNvPr>
          <p:cNvPicPr>
            <a:picLocks noChangeAspect="1"/>
          </p:cNvPicPr>
          <p:nvPr/>
        </p:nvPicPr>
        <p:blipFill>
          <a:blip r:embed="rId4"/>
          <a:stretch>
            <a:fillRect/>
          </a:stretch>
        </p:blipFill>
        <p:spPr>
          <a:xfrm>
            <a:off x="358507" y="2335795"/>
            <a:ext cx="4711433" cy="2251373"/>
          </a:xfrm>
          <a:prstGeom prst="rect">
            <a:avLst/>
          </a:prstGeom>
        </p:spPr>
      </p:pic>
      <p:sp>
        <p:nvSpPr>
          <p:cNvPr id="10" name="ZoneTexte 9">
            <a:extLst>
              <a:ext uri="{FF2B5EF4-FFF2-40B4-BE49-F238E27FC236}">
                <a16:creationId xmlns:a16="http://schemas.microsoft.com/office/drawing/2014/main" id="{6E7EDF78-1F1F-BE3E-46A8-1A19E8E3F5F7}"/>
              </a:ext>
            </a:extLst>
          </p:cNvPr>
          <p:cNvSpPr txBox="1"/>
          <p:nvPr/>
        </p:nvSpPr>
        <p:spPr>
          <a:xfrm>
            <a:off x="5208008" y="1655046"/>
            <a:ext cx="3773785" cy="923330"/>
          </a:xfrm>
          <a:prstGeom prst="rect">
            <a:avLst/>
          </a:prstGeom>
          <a:solidFill>
            <a:schemeClr val="accent1">
              <a:lumMod val="60000"/>
              <a:lumOff val="40000"/>
            </a:schemeClr>
          </a:solidFill>
        </p:spPr>
        <p:txBody>
          <a:bodyPr wrap="square" rtlCol="0">
            <a:spAutoFit/>
          </a:bodyPr>
          <a:lstStyle/>
          <a:p>
            <a:r>
              <a:rPr lang="fr-FR" dirty="0"/>
              <a:t>Cockpit offre une vue d'ensemble des performances et de l'état du système en temps réel.</a:t>
            </a:r>
          </a:p>
        </p:txBody>
      </p:sp>
      <p:sp>
        <p:nvSpPr>
          <p:cNvPr id="13" name="ZoneTexte 12">
            <a:extLst>
              <a:ext uri="{FF2B5EF4-FFF2-40B4-BE49-F238E27FC236}">
                <a16:creationId xmlns:a16="http://schemas.microsoft.com/office/drawing/2014/main" id="{93660A69-1F5D-E5DD-AFBA-AEE170095D98}"/>
              </a:ext>
            </a:extLst>
          </p:cNvPr>
          <p:cNvSpPr txBox="1"/>
          <p:nvPr/>
        </p:nvSpPr>
        <p:spPr>
          <a:xfrm>
            <a:off x="5208008" y="4581117"/>
            <a:ext cx="3773785" cy="923330"/>
          </a:xfrm>
          <a:prstGeom prst="rect">
            <a:avLst/>
          </a:prstGeom>
          <a:solidFill>
            <a:schemeClr val="accent1">
              <a:lumMod val="60000"/>
              <a:lumOff val="40000"/>
            </a:schemeClr>
          </a:solidFill>
        </p:spPr>
        <p:txBody>
          <a:bodyPr wrap="square" rtlCol="0">
            <a:spAutoFit/>
          </a:bodyPr>
          <a:lstStyle/>
          <a:p>
            <a:r>
              <a:rPr lang="fr-FR"/>
              <a:t>Il permet de gérer les journaux et de dépanner les problèmes sans quitter l'interface web.</a:t>
            </a:r>
            <a:endParaRPr lang="fr-FR" dirty="0"/>
          </a:p>
        </p:txBody>
      </p:sp>
      <p:sp>
        <p:nvSpPr>
          <p:cNvPr id="14" name="Flèche : trois pointes 13">
            <a:extLst>
              <a:ext uri="{FF2B5EF4-FFF2-40B4-BE49-F238E27FC236}">
                <a16:creationId xmlns:a16="http://schemas.microsoft.com/office/drawing/2014/main" id="{4E9EDC94-26ED-182F-25AC-6204B80BD8E7}"/>
              </a:ext>
            </a:extLst>
          </p:cNvPr>
          <p:cNvSpPr/>
          <p:nvPr/>
        </p:nvSpPr>
        <p:spPr>
          <a:xfrm rot="16200000">
            <a:off x="5445662" y="2586768"/>
            <a:ext cx="1828801" cy="2037028"/>
          </a:xfrm>
          <a:prstGeom prst="leftRightUpArrow">
            <a:avLst>
              <a:gd name="adj1" fmla="val 12608"/>
              <a:gd name="adj2" fmla="val 15706"/>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5289070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50C70-E401-020A-9865-4A05CD434363}"/>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6AD5589A-3AE7-8E83-AD7C-6A1EFA4F3D0B}"/>
              </a:ext>
            </a:extLst>
          </p:cNvPr>
          <p:cNvSpPr>
            <a:spLocks noGrp="1"/>
          </p:cNvSpPr>
          <p:nvPr>
            <p:ph type="subTitle" idx="1"/>
          </p:nvPr>
        </p:nvSpPr>
        <p:spPr>
          <a:xfrm>
            <a:off x="1127761" y="2335795"/>
            <a:ext cx="9936478" cy="1828800"/>
          </a:xfrm>
        </p:spPr>
        <p:txBody>
          <a:bodyPr rtlCol="0"/>
          <a:lstStyle>
            <a:defPPr>
              <a:defRPr lang="fr-FR"/>
            </a:defPPr>
          </a:lstStyle>
          <a:p>
            <a:pPr rtl="0"/>
            <a:endParaRPr lang="fr-FR" sz="24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8D7A632B-6C04-9EDB-370B-55B8830DE8EB}"/>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7B64B3C8-5464-4F11-23EF-D473D25E746A}"/>
              </a:ext>
            </a:extLst>
          </p:cNvPr>
          <p:cNvSpPr>
            <a:spLocks noGrp="1"/>
          </p:cNvSpPr>
          <p:nvPr>
            <p:ph type="title"/>
          </p:nvPr>
        </p:nvSpPr>
        <p:spPr>
          <a:xfrm>
            <a:off x="887240" y="457200"/>
            <a:ext cx="10177000" cy="1000408"/>
          </a:xfrm>
        </p:spPr>
        <p:txBody>
          <a:bodyPr/>
          <a:lstStyle/>
          <a:p>
            <a:r>
              <a:rPr lang="fr-FR" b="1" dirty="0"/>
              <a:t>Mini-projet : Cockpit</a:t>
            </a:r>
            <a:endParaRPr lang="fr-FR" dirty="0"/>
          </a:p>
        </p:txBody>
      </p:sp>
      <p:sp>
        <p:nvSpPr>
          <p:cNvPr id="2" name="ZoneTexte 1">
            <a:extLst>
              <a:ext uri="{FF2B5EF4-FFF2-40B4-BE49-F238E27FC236}">
                <a16:creationId xmlns:a16="http://schemas.microsoft.com/office/drawing/2014/main" id="{533815BC-DD79-3384-BE50-2B7C927489D4}"/>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spTree>
    <p:extLst>
      <p:ext uri="{BB962C8B-B14F-4D97-AF65-F5344CB8AC3E}">
        <p14:creationId xmlns:p14="http://schemas.microsoft.com/office/powerpoint/2010/main" val="35645948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C7B8B-7034-197F-21BB-AF4672FA546E}"/>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9F8A443B-E1FA-4A61-4404-AF50BFA8EACB}"/>
              </a:ext>
            </a:extLst>
          </p:cNvPr>
          <p:cNvSpPr>
            <a:spLocks noGrp="1"/>
          </p:cNvSpPr>
          <p:nvPr>
            <p:ph type="subTitle" idx="1"/>
          </p:nvPr>
        </p:nvSpPr>
        <p:spPr>
          <a:xfrm>
            <a:off x="1127761" y="2335795"/>
            <a:ext cx="9936478" cy="1828800"/>
          </a:xfrm>
        </p:spPr>
        <p:txBody>
          <a:bodyPr rtlCol="0"/>
          <a:lstStyle>
            <a:defPPr>
              <a:defRPr lang="fr-FR"/>
            </a:defPPr>
          </a:lstStyle>
          <a:p>
            <a:pPr rtl="0"/>
            <a:endParaRPr lang="fr-FR" sz="24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66A0595E-7855-1A99-7F3D-2CC3CA4D09E4}"/>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A25431B0-D6B4-513F-EB21-9E224ABD10CC}"/>
              </a:ext>
            </a:extLst>
          </p:cNvPr>
          <p:cNvSpPr>
            <a:spLocks noGrp="1"/>
          </p:cNvSpPr>
          <p:nvPr>
            <p:ph type="title"/>
          </p:nvPr>
        </p:nvSpPr>
        <p:spPr>
          <a:xfrm>
            <a:off x="887240" y="457200"/>
            <a:ext cx="10177000" cy="1000408"/>
          </a:xfrm>
        </p:spPr>
        <p:txBody>
          <a:bodyPr/>
          <a:lstStyle/>
          <a:p>
            <a:r>
              <a:rPr lang="fr-FR" b="1" dirty="0"/>
              <a:t>Mini-projet : Cockpit</a:t>
            </a:r>
            <a:endParaRPr lang="fr-FR" dirty="0"/>
          </a:p>
        </p:txBody>
      </p:sp>
      <p:sp>
        <p:nvSpPr>
          <p:cNvPr id="2" name="ZoneTexte 1">
            <a:extLst>
              <a:ext uri="{FF2B5EF4-FFF2-40B4-BE49-F238E27FC236}">
                <a16:creationId xmlns:a16="http://schemas.microsoft.com/office/drawing/2014/main" id="{1FB990CD-8E49-590C-63BC-6E09884353A5}"/>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spTree>
    <p:extLst>
      <p:ext uri="{BB962C8B-B14F-4D97-AF65-F5344CB8AC3E}">
        <p14:creationId xmlns:p14="http://schemas.microsoft.com/office/powerpoint/2010/main" val="40362921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07E1D-7938-25F4-9375-DAB6CC7931D9}"/>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1DA1BE64-3BFA-3D9A-71AF-E6C62C987FEC}"/>
              </a:ext>
            </a:extLst>
          </p:cNvPr>
          <p:cNvSpPr>
            <a:spLocks noGrp="1"/>
          </p:cNvSpPr>
          <p:nvPr>
            <p:ph type="subTitle" idx="1"/>
          </p:nvPr>
        </p:nvSpPr>
        <p:spPr>
          <a:xfrm>
            <a:off x="1127761" y="2335795"/>
            <a:ext cx="9936478" cy="1828800"/>
          </a:xfrm>
        </p:spPr>
        <p:txBody>
          <a:bodyPr rtlCol="0"/>
          <a:lstStyle>
            <a:defPPr>
              <a:defRPr lang="fr-FR"/>
            </a:defPPr>
          </a:lstStyle>
          <a:p>
            <a:pPr rtl="0"/>
            <a:endParaRPr lang="fr-FR" sz="24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A8F70213-E7F1-9920-B0F0-F3CAF1802DE7}"/>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90D989FB-195C-B190-FE93-B3BAF22F9E8A}"/>
              </a:ext>
            </a:extLst>
          </p:cNvPr>
          <p:cNvSpPr>
            <a:spLocks noGrp="1"/>
          </p:cNvSpPr>
          <p:nvPr>
            <p:ph type="title"/>
          </p:nvPr>
        </p:nvSpPr>
        <p:spPr>
          <a:xfrm>
            <a:off x="887240" y="457200"/>
            <a:ext cx="10177000" cy="1000408"/>
          </a:xfrm>
        </p:spPr>
        <p:txBody>
          <a:bodyPr/>
          <a:lstStyle/>
          <a:p>
            <a:endParaRPr lang="fr-FR" sz="3200" dirty="0"/>
          </a:p>
        </p:txBody>
      </p:sp>
      <p:sp>
        <p:nvSpPr>
          <p:cNvPr id="2" name="ZoneTexte 1">
            <a:extLst>
              <a:ext uri="{FF2B5EF4-FFF2-40B4-BE49-F238E27FC236}">
                <a16:creationId xmlns:a16="http://schemas.microsoft.com/office/drawing/2014/main" id="{0EA9505A-EC9B-DF84-A274-4714F35945D2}"/>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spTree>
    <p:extLst>
      <p:ext uri="{BB962C8B-B14F-4D97-AF65-F5344CB8AC3E}">
        <p14:creationId xmlns:p14="http://schemas.microsoft.com/office/powerpoint/2010/main" val="18957658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BB575-B446-B9CD-24B4-6F2BED4CBD2D}"/>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B8A1E976-5169-1064-D7D6-2BDDCA8255F4}"/>
              </a:ext>
            </a:extLst>
          </p:cNvPr>
          <p:cNvSpPr>
            <a:spLocks noGrp="1"/>
          </p:cNvSpPr>
          <p:nvPr>
            <p:ph type="subTitle" idx="1"/>
          </p:nvPr>
        </p:nvSpPr>
        <p:spPr>
          <a:xfrm>
            <a:off x="1127761" y="2335795"/>
            <a:ext cx="9936478" cy="1828800"/>
          </a:xfrm>
        </p:spPr>
        <p:txBody>
          <a:bodyPr rtlCol="0"/>
          <a:lstStyle>
            <a:defPPr>
              <a:defRPr lang="fr-FR"/>
            </a:defPPr>
          </a:lstStyle>
          <a:p>
            <a:pPr rtl="0"/>
            <a:endParaRPr lang="fr-FR" sz="24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9010C5A4-909C-3506-19F9-5E7D11DE35D1}"/>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67629D2C-AF20-D68D-2080-83C49AE22A12}"/>
              </a:ext>
            </a:extLst>
          </p:cNvPr>
          <p:cNvSpPr>
            <a:spLocks noGrp="1"/>
          </p:cNvSpPr>
          <p:nvPr>
            <p:ph type="title"/>
          </p:nvPr>
        </p:nvSpPr>
        <p:spPr>
          <a:xfrm>
            <a:off x="887240" y="457200"/>
            <a:ext cx="10177000" cy="1000408"/>
          </a:xfrm>
        </p:spPr>
        <p:txBody>
          <a:bodyPr/>
          <a:lstStyle/>
          <a:p>
            <a:endParaRPr lang="fr-FR" sz="3600" dirty="0"/>
          </a:p>
        </p:txBody>
      </p:sp>
      <p:sp>
        <p:nvSpPr>
          <p:cNvPr id="2" name="ZoneTexte 1">
            <a:extLst>
              <a:ext uri="{FF2B5EF4-FFF2-40B4-BE49-F238E27FC236}">
                <a16:creationId xmlns:a16="http://schemas.microsoft.com/office/drawing/2014/main" id="{4F13F837-2E0C-6BA4-C25C-AEEA72EC9D2F}"/>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spTree>
    <p:extLst>
      <p:ext uri="{BB962C8B-B14F-4D97-AF65-F5344CB8AC3E}">
        <p14:creationId xmlns:p14="http://schemas.microsoft.com/office/powerpoint/2010/main" val="39605647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56EEF-B8E7-CF55-FC8E-52B4716E3A42}"/>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DA13C5FF-10A8-00AB-DA7D-103B89CAE5E8}"/>
              </a:ext>
            </a:extLst>
          </p:cNvPr>
          <p:cNvSpPr>
            <a:spLocks noGrp="1"/>
          </p:cNvSpPr>
          <p:nvPr>
            <p:ph type="subTitle" idx="1"/>
          </p:nvPr>
        </p:nvSpPr>
        <p:spPr>
          <a:xfrm>
            <a:off x="1127761" y="2335795"/>
            <a:ext cx="9936478" cy="1828800"/>
          </a:xfrm>
        </p:spPr>
        <p:txBody>
          <a:bodyPr rtlCol="0"/>
          <a:lstStyle>
            <a:defPPr>
              <a:defRPr lang="fr-FR"/>
            </a:defPPr>
          </a:lstStyle>
          <a:p>
            <a:pPr rtl="0"/>
            <a:endParaRPr lang="fr-FR" sz="24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6AB34069-21E7-A064-8951-B14CEDC987FE}"/>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6001F419-5364-AC9B-7FE3-3BF6CEB77FFD}"/>
              </a:ext>
            </a:extLst>
          </p:cNvPr>
          <p:cNvSpPr>
            <a:spLocks noGrp="1"/>
          </p:cNvSpPr>
          <p:nvPr>
            <p:ph type="title"/>
          </p:nvPr>
        </p:nvSpPr>
        <p:spPr>
          <a:xfrm>
            <a:off x="887240" y="457200"/>
            <a:ext cx="10177000" cy="1000408"/>
          </a:xfrm>
        </p:spPr>
        <p:txBody>
          <a:bodyPr/>
          <a:lstStyle/>
          <a:p>
            <a:endParaRPr lang="fr-FR" sz="3600" dirty="0"/>
          </a:p>
        </p:txBody>
      </p:sp>
      <p:sp>
        <p:nvSpPr>
          <p:cNvPr id="2" name="ZoneTexte 1">
            <a:extLst>
              <a:ext uri="{FF2B5EF4-FFF2-40B4-BE49-F238E27FC236}">
                <a16:creationId xmlns:a16="http://schemas.microsoft.com/office/drawing/2014/main" id="{2AFF5314-1982-A51A-D41C-AECE3C4B1C4E}"/>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spTree>
    <p:extLst>
      <p:ext uri="{BB962C8B-B14F-4D97-AF65-F5344CB8AC3E}">
        <p14:creationId xmlns:p14="http://schemas.microsoft.com/office/powerpoint/2010/main" val="22562008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A884F-7FEE-FE14-7C90-043FDC024549}"/>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32DEFB5D-FD3C-0306-C1DC-35D60A446DE0}"/>
              </a:ext>
            </a:extLst>
          </p:cNvPr>
          <p:cNvSpPr>
            <a:spLocks noGrp="1"/>
          </p:cNvSpPr>
          <p:nvPr>
            <p:ph type="subTitle" idx="1"/>
          </p:nvPr>
        </p:nvSpPr>
        <p:spPr>
          <a:xfrm>
            <a:off x="1127761" y="2335795"/>
            <a:ext cx="9936478" cy="1828800"/>
          </a:xfrm>
        </p:spPr>
        <p:txBody>
          <a:bodyPr rtlCol="0"/>
          <a:lstStyle>
            <a:defPPr>
              <a:defRPr lang="fr-FR"/>
            </a:defPPr>
          </a:lstStyle>
          <a:p>
            <a:pPr rtl="0"/>
            <a:endParaRPr lang="fr-FR" sz="2400" dirty="0"/>
          </a:p>
        </p:txBody>
      </p:sp>
      <p:pic>
        <p:nvPicPr>
          <p:cNvPr id="4" name="Image 3" descr="Une image contenant capture d’écran, Graphique, Police, symbole&#10;&#10;Description générée automatiquement">
            <a:extLst>
              <a:ext uri="{FF2B5EF4-FFF2-40B4-BE49-F238E27FC236}">
                <a16:creationId xmlns:a16="http://schemas.microsoft.com/office/drawing/2014/main" id="{4055578B-053F-F733-FC3E-BC4D4BEBE220}"/>
              </a:ext>
            </a:extLst>
          </p:cNvPr>
          <p:cNvPicPr>
            <a:picLocks noChangeAspect="1"/>
          </p:cNvPicPr>
          <p:nvPr/>
        </p:nvPicPr>
        <p:blipFill>
          <a:blip r:embed="rId3"/>
          <a:srcRect l="13400" t="31000" r="13400" b="31200"/>
          <a:stretch/>
        </p:blipFill>
        <p:spPr>
          <a:xfrm>
            <a:off x="133350" y="6286578"/>
            <a:ext cx="866775" cy="447597"/>
          </a:xfrm>
          <a:prstGeom prst="rect">
            <a:avLst/>
          </a:prstGeom>
        </p:spPr>
      </p:pic>
      <p:sp>
        <p:nvSpPr>
          <p:cNvPr id="8" name="Titre 7">
            <a:extLst>
              <a:ext uri="{FF2B5EF4-FFF2-40B4-BE49-F238E27FC236}">
                <a16:creationId xmlns:a16="http://schemas.microsoft.com/office/drawing/2014/main" id="{F539129B-49BC-C935-A284-DB59574A2CBA}"/>
              </a:ext>
            </a:extLst>
          </p:cNvPr>
          <p:cNvSpPr>
            <a:spLocks noGrp="1"/>
          </p:cNvSpPr>
          <p:nvPr>
            <p:ph type="title"/>
          </p:nvPr>
        </p:nvSpPr>
        <p:spPr>
          <a:xfrm>
            <a:off x="887240" y="457200"/>
            <a:ext cx="10177000" cy="1000408"/>
          </a:xfrm>
        </p:spPr>
        <p:txBody>
          <a:bodyPr/>
          <a:lstStyle/>
          <a:p>
            <a:endParaRPr lang="fr-FR" sz="3600" dirty="0"/>
          </a:p>
        </p:txBody>
      </p:sp>
      <p:sp>
        <p:nvSpPr>
          <p:cNvPr id="2" name="ZoneTexte 1">
            <a:extLst>
              <a:ext uri="{FF2B5EF4-FFF2-40B4-BE49-F238E27FC236}">
                <a16:creationId xmlns:a16="http://schemas.microsoft.com/office/drawing/2014/main" id="{D05514A0-FDD3-0407-662F-1EDE5B37DE52}"/>
              </a:ext>
            </a:extLst>
          </p:cNvPr>
          <p:cNvSpPr txBox="1"/>
          <p:nvPr/>
        </p:nvSpPr>
        <p:spPr>
          <a:xfrm>
            <a:off x="10456752" y="6464981"/>
            <a:ext cx="1735248" cy="369332"/>
          </a:xfrm>
          <a:prstGeom prst="rect">
            <a:avLst/>
          </a:prstGeom>
          <a:noFill/>
        </p:spPr>
        <p:txBody>
          <a:bodyPr wrap="square" rtlCol="0">
            <a:spAutoFit/>
          </a:bodyPr>
          <a:lstStyle/>
          <a:p>
            <a:r>
              <a:rPr lang="fr-FR" dirty="0"/>
              <a:t>Castro Nathan</a:t>
            </a:r>
          </a:p>
        </p:txBody>
      </p:sp>
    </p:spTree>
    <p:extLst>
      <p:ext uri="{BB962C8B-B14F-4D97-AF65-F5344CB8AC3E}">
        <p14:creationId xmlns:p14="http://schemas.microsoft.com/office/powerpoint/2010/main" val="16350070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FF5EE67-DE83-C00F-F31C-58A2B46234DB}"/>
              </a:ext>
            </a:extLst>
          </p:cNvPr>
          <p:cNvSpPr>
            <a:spLocks noGrp="1"/>
          </p:cNvSpPr>
          <p:nvPr>
            <p:ph type="title"/>
          </p:nvPr>
        </p:nvSpPr>
        <p:spPr>
          <a:xfrm>
            <a:off x="1167492" y="45085"/>
            <a:ext cx="9779183" cy="1600835"/>
          </a:xfrm>
        </p:spPr>
        <p:txBody>
          <a:bodyPr rtlCol="0"/>
          <a:lstStyle>
            <a:defPPr>
              <a:defRPr lang="fr-FR"/>
            </a:defPPr>
          </a:lstStyle>
          <a:p>
            <a:pPr rtl="0"/>
            <a:r>
              <a:rPr lang="fr-FR" dirty="0"/>
              <a:t>Suscitez l’intérêt du public</a:t>
            </a:r>
          </a:p>
        </p:txBody>
      </p:sp>
      <p:sp>
        <p:nvSpPr>
          <p:cNvPr id="3" name="Espace réservé du contenu 2">
            <a:extLst>
              <a:ext uri="{FF2B5EF4-FFF2-40B4-BE49-F238E27FC236}">
                <a16:creationId xmlns:a16="http://schemas.microsoft.com/office/drawing/2014/main" id="{DAF7743C-9A64-6DD7-26EC-7870E2484D2F}"/>
              </a:ext>
            </a:extLst>
          </p:cNvPr>
          <p:cNvSpPr>
            <a:spLocks noGrp="1"/>
          </p:cNvSpPr>
          <p:nvPr>
            <p:ph idx="14"/>
          </p:nvPr>
        </p:nvSpPr>
        <p:spPr>
          <a:xfrm>
            <a:off x="1166813" y="2652713"/>
            <a:ext cx="9219391" cy="3436937"/>
          </a:xfrm>
        </p:spPr>
        <p:txBody>
          <a:bodyPr rtlCol="0">
            <a:normAutofit/>
          </a:bodyPr>
          <a:lstStyle>
            <a:defPPr>
              <a:defRPr lang="fr-FR"/>
            </a:defPPr>
          </a:lstStyle>
          <a:p>
            <a:pPr rtl="0"/>
            <a:r>
              <a:rPr lang="fr-FR" dirty="0"/>
              <a:t>Regardez votre public pour créer un sentiment d’implication et de convivialité</a:t>
            </a:r>
          </a:p>
          <a:p>
            <a:pPr rtl="0"/>
            <a:r>
              <a:rPr lang="fr-FR" dirty="0"/>
              <a:t>Intégrez des histoires pertinentes dans votre présentation en utilisant des récits qui rendent votre message inoubliable et percutant</a:t>
            </a:r>
          </a:p>
          <a:p>
            <a:pPr rtl="0"/>
            <a:r>
              <a:rPr lang="fr-FR" dirty="0"/>
              <a:t>Encouragez les questions et fournissez des réponses réfléchies pour améliorer la participation du public</a:t>
            </a:r>
          </a:p>
          <a:p>
            <a:pPr rtl="0"/>
            <a:r>
              <a:rPr lang="fr-FR" dirty="0"/>
              <a:t>Utiliser des sondages en direct ou des enquêtes pour recueillir des opinions d’audience, promouvoir l’engagement et s’assurer que l’audience se sent impliquée</a:t>
            </a:r>
          </a:p>
        </p:txBody>
      </p:sp>
      <p:pic>
        <p:nvPicPr>
          <p:cNvPr id="2" name="Image 1" descr="Une image contenant capture d’écran, Graphique, Police, symbole&#10;&#10;Description générée automatiquement">
            <a:extLst>
              <a:ext uri="{FF2B5EF4-FFF2-40B4-BE49-F238E27FC236}">
                <a16:creationId xmlns:a16="http://schemas.microsoft.com/office/drawing/2014/main" id="{F01C438D-F88B-04DF-4C25-85B9A69807A4}"/>
              </a:ext>
            </a:extLst>
          </p:cNvPr>
          <p:cNvPicPr>
            <a:picLocks noChangeAspect="1"/>
          </p:cNvPicPr>
          <p:nvPr/>
        </p:nvPicPr>
        <p:blipFill>
          <a:blip r:embed="rId3"/>
          <a:srcRect l="13400" t="31000" r="13400" b="31200"/>
          <a:stretch/>
        </p:blipFill>
        <p:spPr>
          <a:xfrm>
            <a:off x="133350" y="6286578"/>
            <a:ext cx="866775" cy="447597"/>
          </a:xfrm>
          <a:prstGeom prst="rect">
            <a:avLst/>
          </a:prstGeom>
        </p:spPr>
      </p:pic>
    </p:spTree>
    <p:extLst>
      <p:ext uri="{BB962C8B-B14F-4D97-AF65-F5344CB8AC3E}">
        <p14:creationId xmlns:p14="http://schemas.microsoft.com/office/powerpoint/2010/main" val="25293387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EAA093-E00B-31E9-0A13-71142E30E57C}"/>
              </a:ext>
            </a:extLst>
          </p:cNvPr>
          <p:cNvSpPr>
            <a:spLocks noGrp="1"/>
          </p:cNvSpPr>
          <p:nvPr>
            <p:ph type="ctrTitle"/>
          </p:nvPr>
        </p:nvSpPr>
        <p:spPr>
          <a:xfrm>
            <a:off x="1167493" y="177553"/>
            <a:ext cx="6130454" cy="3269447"/>
          </a:xfrm>
        </p:spPr>
        <p:txBody>
          <a:bodyPr rtlCol="0"/>
          <a:lstStyle>
            <a:defPPr>
              <a:defRPr lang="fr-FR"/>
            </a:defPPr>
          </a:lstStyle>
          <a:p>
            <a:pPr rtl="0"/>
            <a:r>
              <a:rPr lang="fr-FR" dirty="0"/>
              <a:t>Sélection d’aides visuelles</a:t>
            </a:r>
          </a:p>
        </p:txBody>
      </p:sp>
      <p:sp>
        <p:nvSpPr>
          <p:cNvPr id="3" name="Sous-titre 2">
            <a:extLst>
              <a:ext uri="{FF2B5EF4-FFF2-40B4-BE49-F238E27FC236}">
                <a16:creationId xmlns:a16="http://schemas.microsoft.com/office/drawing/2014/main" id="{C62C8177-F0B6-B02C-3682-183D8307E999}"/>
              </a:ext>
            </a:extLst>
          </p:cNvPr>
          <p:cNvSpPr>
            <a:spLocks noGrp="1"/>
          </p:cNvSpPr>
          <p:nvPr>
            <p:ph type="subTitle" idx="1"/>
          </p:nvPr>
        </p:nvSpPr>
        <p:spPr>
          <a:xfrm>
            <a:off x="1167494" y="3492896"/>
            <a:ext cx="6245912" cy="912850"/>
          </a:xfrm>
        </p:spPr>
        <p:txBody>
          <a:bodyPr rtlCol="0"/>
          <a:lstStyle>
            <a:defPPr>
              <a:defRPr lang="fr-FR"/>
            </a:defPPr>
          </a:lstStyle>
          <a:p>
            <a:pPr rtl="0"/>
            <a:r>
              <a:rPr lang="fr-FR"/>
              <a:t>Améliorer votre présentation</a:t>
            </a:r>
          </a:p>
        </p:txBody>
      </p:sp>
      <p:pic>
        <p:nvPicPr>
          <p:cNvPr id="4" name="Image 3" descr="Une image contenant capture d’écran, Graphique, Police, symbole&#10;&#10;Description générée automatiquement">
            <a:extLst>
              <a:ext uri="{FF2B5EF4-FFF2-40B4-BE49-F238E27FC236}">
                <a16:creationId xmlns:a16="http://schemas.microsoft.com/office/drawing/2014/main" id="{70909E8C-7627-2B1A-7117-C88619CC97B9}"/>
              </a:ext>
            </a:extLst>
          </p:cNvPr>
          <p:cNvPicPr>
            <a:picLocks noChangeAspect="1"/>
          </p:cNvPicPr>
          <p:nvPr/>
        </p:nvPicPr>
        <p:blipFill>
          <a:blip r:embed="rId3"/>
          <a:srcRect l="13400" t="31000" r="13400" b="31200"/>
          <a:stretch/>
        </p:blipFill>
        <p:spPr>
          <a:xfrm>
            <a:off x="133350" y="6286578"/>
            <a:ext cx="866775" cy="447597"/>
          </a:xfrm>
          <a:prstGeom prst="rect">
            <a:avLst/>
          </a:prstGeom>
        </p:spPr>
      </p:pic>
    </p:spTree>
    <p:extLst>
      <p:ext uri="{BB962C8B-B14F-4D97-AF65-F5344CB8AC3E}">
        <p14:creationId xmlns:p14="http://schemas.microsoft.com/office/powerpoint/2010/main" val="41171533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EDF9E134-98AA-3ECE-E40A-180C85ACD7D5}"/>
              </a:ext>
            </a:extLst>
          </p:cNvPr>
          <p:cNvSpPr>
            <a:spLocks noGrp="1"/>
          </p:cNvSpPr>
          <p:nvPr>
            <p:ph type="title"/>
          </p:nvPr>
        </p:nvSpPr>
        <p:spPr>
          <a:xfrm>
            <a:off x="1167492" y="136526"/>
            <a:ext cx="9601200" cy="1653371"/>
          </a:xfrm>
        </p:spPr>
        <p:txBody>
          <a:bodyPr rtlCol="0"/>
          <a:lstStyle>
            <a:defPPr>
              <a:defRPr lang="fr-FR"/>
            </a:defPPr>
          </a:lstStyle>
          <a:p>
            <a:pPr rtl="0"/>
            <a:r>
              <a:rPr lang="fr-FR" dirty="0"/>
              <a:t>Techniques de livraison efficaces</a:t>
            </a:r>
          </a:p>
        </p:txBody>
      </p:sp>
      <p:sp>
        <p:nvSpPr>
          <p:cNvPr id="3" name="Espace réservé du contenu 2">
            <a:extLst>
              <a:ext uri="{FF2B5EF4-FFF2-40B4-BE49-F238E27FC236}">
                <a16:creationId xmlns:a16="http://schemas.microsoft.com/office/drawing/2014/main" id="{D1455C0B-19FB-954B-532A-0A68CAC4E0E4}"/>
              </a:ext>
            </a:extLst>
          </p:cNvPr>
          <p:cNvSpPr>
            <a:spLocks noGrp="1"/>
          </p:cNvSpPr>
          <p:nvPr>
            <p:ph idx="1"/>
          </p:nvPr>
        </p:nvSpPr>
        <p:spPr>
          <a:xfrm>
            <a:off x="1167493" y="2023984"/>
            <a:ext cx="4491435" cy="3332832"/>
          </a:xfrm>
        </p:spPr>
        <p:txBody>
          <a:bodyPr rtlCol="0"/>
          <a:lstStyle>
            <a:defPPr>
              <a:defRPr lang="fr-FR"/>
            </a:defPPr>
          </a:lstStyle>
          <a:p>
            <a:pPr rtl="0"/>
            <a:r>
              <a:rPr lang="fr-FR" dirty="0"/>
              <a:t>Il s’agit d’un outil puissant de la prise de parole en public. Elle implique une hauteur, un ton et un volume variables pour transmettre des émotions, accentuer des points et maintenir l’intérêt : </a:t>
            </a:r>
          </a:p>
          <a:p>
            <a:pPr lvl="1" rtl="0"/>
            <a:r>
              <a:rPr lang="fr-FR" dirty="0"/>
              <a:t>Variation de la hauteur</a:t>
            </a:r>
          </a:p>
          <a:p>
            <a:pPr lvl="1" rtl="0"/>
            <a:r>
              <a:rPr lang="fr-FR" dirty="0"/>
              <a:t>Inflexion de ton</a:t>
            </a:r>
          </a:p>
          <a:p>
            <a:pPr lvl="1" rtl="0"/>
            <a:r>
              <a:rPr lang="fr-FR" dirty="0"/>
              <a:t>Contrôle du volume</a:t>
            </a:r>
          </a:p>
        </p:txBody>
      </p:sp>
      <p:sp>
        <p:nvSpPr>
          <p:cNvPr id="4" name="Espace réservé du contenu 3">
            <a:extLst>
              <a:ext uri="{FF2B5EF4-FFF2-40B4-BE49-F238E27FC236}">
                <a16:creationId xmlns:a16="http://schemas.microsoft.com/office/drawing/2014/main" id="{DBA34351-9D9C-8C32-5CC0-3F19A1CAC037}"/>
              </a:ext>
            </a:extLst>
          </p:cNvPr>
          <p:cNvSpPr>
            <a:spLocks noGrp="1"/>
          </p:cNvSpPr>
          <p:nvPr>
            <p:ph idx="10"/>
          </p:nvPr>
        </p:nvSpPr>
        <p:spPr>
          <a:xfrm>
            <a:off x="6283235" y="2023984"/>
            <a:ext cx="4485457" cy="3332832"/>
          </a:xfrm>
        </p:spPr>
        <p:txBody>
          <a:bodyPr rtlCol="0"/>
          <a:lstStyle>
            <a:defPPr>
              <a:defRPr lang="fr-FR"/>
            </a:defPPr>
          </a:lstStyle>
          <a:p>
            <a:pPr rtl="0"/>
            <a:r>
              <a:rPr lang="fr-FR" dirty="0"/>
              <a:t>Un langage corporel efficace améliore votre message, ce qui le rend plus percutant et facile à retenir :</a:t>
            </a:r>
          </a:p>
          <a:p>
            <a:pPr lvl="1" rtl="0"/>
            <a:r>
              <a:rPr lang="fr-FR" dirty="0"/>
              <a:t>Contact visuel explicite</a:t>
            </a:r>
          </a:p>
          <a:p>
            <a:pPr lvl="1" rtl="0"/>
            <a:r>
              <a:rPr lang="fr-FR" dirty="0"/>
              <a:t>Gestes volontaires</a:t>
            </a:r>
          </a:p>
          <a:p>
            <a:pPr lvl="1" rtl="0"/>
            <a:r>
              <a:rPr lang="fr-FR" dirty="0"/>
              <a:t>Maintenir une bonne posture</a:t>
            </a:r>
          </a:p>
          <a:p>
            <a:pPr lvl="1" rtl="0"/>
            <a:r>
              <a:rPr lang="fr-FR" dirty="0"/>
              <a:t>Contrôler vos expressions</a:t>
            </a:r>
          </a:p>
        </p:txBody>
      </p:sp>
      <p:pic>
        <p:nvPicPr>
          <p:cNvPr id="2" name="Image 1" descr="Une image contenant capture d’écran, Graphique, Police, symbole&#10;&#10;Description générée automatiquement">
            <a:extLst>
              <a:ext uri="{FF2B5EF4-FFF2-40B4-BE49-F238E27FC236}">
                <a16:creationId xmlns:a16="http://schemas.microsoft.com/office/drawing/2014/main" id="{54AEF58E-BD41-4F2F-66DF-A3E5CA724A14}"/>
              </a:ext>
            </a:extLst>
          </p:cNvPr>
          <p:cNvPicPr>
            <a:picLocks noChangeAspect="1"/>
          </p:cNvPicPr>
          <p:nvPr/>
        </p:nvPicPr>
        <p:blipFill>
          <a:blip r:embed="rId3"/>
          <a:srcRect l="13400" t="31000" r="13400" b="31200"/>
          <a:stretch/>
        </p:blipFill>
        <p:spPr>
          <a:xfrm>
            <a:off x="133350" y="6286578"/>
            <a:ext cx="866775" cy="447597"/>
          </a:xfrm>
          <a:prstGeom prst="rect">
            <a:avLst/>
          </a:prstGeom>
        </p:spPr>
      </p:pic>
    </p:spTree>
    <p:extLst>
      <p:ext uri="{BB962C8B-B14F-4D97-AF65-F5344CB8AC3E}">
        <p14:creationId xmlns:p14="http://schemas.microsoft.com/office/powerpoint/2010/main" val="12659396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64CFB73D-B7C9-A177-04F3-E48E841A875E}"/>
              </a:ext>
            </a:extLst>
          </p:cNvPr>
          <p:cNvSpPr>
            <a:spLocks noGrp="1"/>
          </p:cNvSpPr>
          <p:nvPr>
            <p:ph type="title"/>
          </p:nvPr>
        </p:nvSpPr>
        <p:spPr>
          <a:xfrm>
            <a:off x="1167492" y="69008"/>
            <a:ext cx="9158327" cy="1706563"/>
          </a:xfrm>
        </p:spPr>
        <p:txBody>
          <a:bodyPr rtlCol="0"/>
          <a:lstStyle>
            <a:defPPr>
              <a:defRPr lang="fr-FR"/>
            </a:defPPr>
          </a:lstStyle>
          <a:p>
            <a:pPr rtl="0"/>
            <a:r>
              <a:rPr lang="fr-FR" dirty="0"/>
              <a:t>Navigation dans les sessions questions et réponses</a:t>
            </a:r>
          </a:p>
        </p:txBody>
      </p:sp>
      <p:sp>
        <p:nvSpPr>
          <p:cNvPr id="4" name="Espace réservé du contenu 3">
            <a:extLst>
              <a:ext uri="{FF2B5EF4-FFF2-40B4-BE49-F238E27FC236}">
                <a16:creationId xmlns:a16="http://schemas.microsoft.com/office/drawing/2014/main" id="{DBA34351-9D9C-8C32-5CC0-3F19A1CAC037}"/>
              </a:ext>
            </a:extLst>
          </p:cNvPr>
          <p:cNvSpPr>
            <a:spLocks noGrp="1"/>
          </p:cNvSpPr>
          <p:nvPr>
            <p:ph idx="12"/>
          </p:nvPr>
        </p:nvSpPr>
        <p:spPr>
          <a:xfrm>
            <a:off x="1166813" y="2024063"/>
            <a:ext cx="4664075" cy="3332162"/>
          </a:xfrm>
        </p:spPr>
        <p:txBody>
          <a:bodyPr rtlCol="0">
            <a:normAutofit/>
          </a:bodyPr>
          <a:lstStyle>
            <a:defPPr>
              <a:defRPr lang="fr-FR"/>
            </a:defPPr>
          </a:lstStyle>
          <a:p>
            <a:pPr rtl="0"/>
            <a:r>
              <a:rPr lang="fr-FR" dirty="0"/>
              <a:t>Connaître vos documents à l’avance</a:t>
            </a:r>
          </a:p>
          <a:p>
            <a:pPr rtl="0"/>
            <a:r>
              <a:rPr lang="fr-FR" dirty="0"/>
              <a:t>Anticiper les questions courantes</a:t>
            </a:r>
          </a:p>
          <a:p>
            <a:pPr rtl="0"/>
            <a:r>
              <a:rPr lang="fr-FR" dirty="0"/>
              <a:t>Répéter vos réponses</a:t>
            </a:r>
          </a:p>
        </p:txBody>
      </p:sp>
      <p:sp>
        <p:nvSpPr>
          <p:cNvPr id="3" name="Espace réservé du contenu 2">
            <a:extLst>
              <a:ext uri="{FF2B5EF4-FFF2-40B4-BE49-F238E27FC236}">
                <a16:creationId xmlns:a16="http://schemas.microsoft.com/office/drawing/2014/main" id="{D1455C0B-19FB-954B-532A-0A68CAC4E0E4}"/>
              </a:ext>
            </a:extLst>
          </p:cNvPr>
          <p:cNvSpPr>
            <a:spLocks noGrp="1"/>
          </p:cNvSpPr>
          <p:nvPr>
            <p:ph idx="11"/>
          </p:nvPr>
        </p:nvSpPr>
        <p:spPr>
          <a:xfrm>
            <a:off x="6283325" y="2024063"/>
            <a:ext cx="4939641" cy="3332162"/>
          </a:xfrm>
        </p:spPr>
        <p:txBody>
          <a:bodyPr rtlCol="0">
            <a:normAutofit/>
          </a:bodyPr>
          <a:lstStyle>
            <a:defPPr>
              <a:defRPr lang="fr-FR"/>
            </a:defPPr>
          </a:lstStyle>
          <a:p>
            <a:pPr rtl="0"/>
            <a:r>
              <a:rPr lang="fr-FR" dirty="0"/>
              <a:t>Il est essentiel de garder son sang-froid pendant la séance de questions-réponses pour donner une image de confiance et d'autorité. Considérez les conseils suivants pour rester calme :</a:t>
            </a:r>
          </a:p>
          <a:p>
            <a:pPr lvl="1" rtl="0"/>
            <a:r>
              <a:rPr lang="fr-FR" dirty="0"/>
              <a:t>Restez calme</a:t>
            </a:r>
          </a:p>
          <a:p>
            <a:pPr lvl="1" rtl="0"/>
            <a:r>
              <a:rPr lang="fr-FR" dirty="0"/>
              <a:t>Écouter activement</a:t>
            </a:r>
          </a:p>
          <a:p>
            <a:pPr lvl="1" rtl="0"/>
            <a:r>
              <a:rPr lang="fr-FR" dirty="0"/>
              <a:t>Faites une pause et réfléchissez</a:t>
            </a:r>
          </a:p>
          <a:p>
            <a:pPr lvl="1" rtl="0"/>
            <a:r>
              <a:rPr lang="fr-FR" dirty="0"/>
              <a:t>Maintenir le contact visuel</a:t>
            </a:r>
          </a:p>
          <a:p>
            <a:pPr rtl="0"/>
            <a:endParaRPr lang="fr-FR" dirty="0"/>
          </a:p>
        </p:txBody>
      </p:sp>
      <p:pic>
        <p:nvPicPr>
          <p:cNvPr id="2" name="Image 1" descr="Une image contenant capture d’écran, Graphique, Police, symbole&#10;&#10;Description générée automatiquement">
            <a:extLst>
              <a:ext uri="{FF2B5EF4-FFF2-40B4-BE49-F238E27FC236}">
                <a16:creationId xmlns:a16="http://schemas.microsoft.com/office/drawing/2014/main" id="{8853F678-7496-41DA-795E-2B6B2D4AD2CA}"/>
              </a:ext>
            </a:extLst>
          </p:cNvPr>
          <p:cNvPicPr>
            <a:picLocks noChangeAspect="1"/>
          </p:cNvPicPr>
          <p:nvPr/>
        </p:nvPicPr>
        <p:blipFill>
          <a:blip r:embed="rId3"/>
          <a:srcRect l="13400" t="31000" r="13400" b="31200"/>
          <a:stretch/>
        </p:blipFill>
        <p:spPr>
          <a:xfrm>
            <a:off x="133350" y="6286578"/>
            <a:ext cx="866775" cy="447597"/>
          </a:xfrm>
          <a:prstGeom prst="rect">
            <a:avLst/>
          </a:prstGeom>
        </p:spPr>
      </p:pic>
    </p:spTree>
    <p:extLst>
      <p:ext uri="{BB962C8B-B14F-4D97-AF65-F5344CB8AC3E}">
        <p14:creationId xmlns:p14="http://schemas.microsoft.com/office/powerpoint/2010/main" val="26521028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7EF58C-138C-55F4-DA77-4C3F06C81A1C}"/>
              </a:ext>
            </a:extLst>
          </p:cNvPr>
          <p:cNvSpPr>
            <a:spLocks noGrp="1"/>
          </p:cNvSpPr>
          <p:nvPr>
            <p:ph type="title"/>
          </p:nvPr>
        </p:nvSpPr>
        <p:spPr>
          <a:xfrm>
            <a:off x="1167492" y="457200"/>
            <a:ext cx="10643508" cy="1371600"/>
          </a:xfrm>
        </p:spPr>
        <p:txBody>
          <a:bodyPr rtlCol="0"/>
          <a:lstStyle>
            <a:defPPr>
              <a:defRPr lang="fr-FR"/>
            </a:defPPr>
          </a:lstStyle>
          <a:p>
            <a:pPr rtl="0"/>
            <a:r>
              <a:rPr lang="fr-FR" dirty="0"/>
              <a:t>Impact de l’élocution </a:t>
            </a:r>
          </a:p>
        </p:txBody>
      </p:sp>
      <p:sp>
        <p:nvSpPr>
          <p:cNvPr id="3" name="Espace réservé du contenu 2">
            <a:extLst>
              <a:ext uri="{FF2B5EF4-FFF2-40B4-BE49-F238E27FC236}">
                <a16:creationId xmlns:a16="http://schemas.microsoft.com/office/drawing/2014/main" id="{9B5DDE7C-335B-FD23-E1E6-CDCB99B7878C}"/>
              </a:ext>
            </a:extLst>
          </p:cNvPr>
          <p:cNvSpPr>
            <a:spLocks noGrp="1"/>
          </p:cNvSpPr>
          <p:nvPr>
            <p:ph idx="15"/>
          </p:nvPr>
        </p:nvSpPr>
        <p:spPr>
          <a:xfrm>
            <a:off x="1166813" y="2652713"/>
            <a:ext cx="5190855" cy="3436937"/>
          </a:xfrm>
        </p:spPr>
        <p:txBody>
          <a:bodyPr rtlCol="0"/>
          <a:lstStyle>
            <a:defPPr>
              <a:defRPr lang="fr-FR"/>
            </a:defPPr>
          </a:lstStyle>
          <a:p>
            <a:pPr rtl="0"/>
            <a:r>
              <a:rPr lang="fr-FR" dirty="0"/>
              <a:t>Votre capacité à communiquer efficacement aura un impact durable sur votre public</a:t>
            </a:r>
          </a:p>
          <a:p>
            <a:pPr rtl="0"/>
            <a:r>
              <a:rPr lang="fr-FR" dirty="0"/>
              <a:t>Communiquer efficacement implique non seulement de transmettre un message, mais également d'être en résonance avec les expériences, les valeurs et les émotions de ceux qui écoutent. </a:t>
            </a:r>
          </a:p>
        </p:txBody>
      </p:sp>
      <p:pic>
        <p:nvPicPr>
          <p:cNvPr id="25" name="Espace réservé d’image 24" descr="Quelques personnes regardant un ordinateur">
            <a:extLst>
              <a:ext uri="{FF2B5EF4-FFF2-40B4-BE49-F238E27FC236}">
                <a16:creationId xmlns:a16="http://schemas.microsoft.com/office/drawing/2014/main" id="{E57751D1-D655-B1C0-2407-A8826F551024}"/>
              </a:ext>
            </a:extLst>
          </p:cNvPr>
          <p:cNvPicPr>
            <a:picLocks noGrp="1" noChangeAspect="1"/>
          </p:cNvPicPr>
          <p:nvPr>
            <p:ph type="pic" sz="quarter" idx="14"/>
          </p:nvPr>
        </p:nvPicPr>
        <p:blipFill>
          <a:blip r:embed="rId3">
            <a:duotone>
              <a:schemeClr val="accent4">
                <a:shade val="45000"/>
                <a:satMod val="135000"/>
              </a:schemeClr>
              <a:prstClr val="white"/>
            </a:duotone>
          </a:blip>
          <a:srcRect l="16667" r="16667"/>
          <a:stretch/>
        </p:blipFill>
        <p:spPr>
          <a:xfrm>
            <a:off x="7317920" y="1447800"/>
            <a:ext cx="4214010" cy="4214010"/>
          </a:xfrm>
        </p:spPr>
      </p:pic>
      <p:pic>
        <p:nvPicPr>
          <p:cNvPr id="4" name="Image 3" descr="Une image contenant capture d’écran, Graphique, Police, symbole&#10;&#10;Description générée automatiquement">
            <a:extLst>
              <a:ext uri="{FF2B5EF4-FFF2-40B4-BE49-F238E27FC236}">
                <a16:creationId xmlns:a16="http://schemas.microsoft.com/office/drawing/2014/main" id="{2432FD42-57A0-3E50-F24C-365255421296}"/>
              </a:ext>
            </a:extLst>
          </p:cNvPr>
          <p:cNvPicPr>
            <a:picLocks noChangeAspect="1"/>
          </p:cNvPicPr>
          <p:nvPr/>
        </p:nvPicPr>
        <p:blipFill>
          <a:blip r:embed="rId4"/>
          <a:srcRect l="13400" t="31000" r="13400" b="31200"/>
          <a:stretch/>
        </p:blipFill>
        <p:spPr>
          <a:xfrm>
            <a:off x="133350" y="6286578"/>
            <a:ext cx="866775" cy="447597"/>
          </a:xfrm>
          <a:prstGeom prst="rect">
            <a:avLst/>
          </a:prstGeom>
        </p:spPr>
      </p:pic>
    </p:spTree>
    <p:extLst>
      <p:ext uri="{BB962C8B-B14F-4D97-AF65-F5344CB8AC3E}">
        <p14:creationId xmlns:p14="http://schemas.microsoft.com/office/powerpoint/2010/main" val="3626495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E02FA0-5805-E9D5-E5A1-5B4B485CB096}"/>
              </a:ext>
            </a:extLst>
          </p:cNvPr>
          <p:cNvSpPr>
            <a:spLocks noGrp="1"/>
          </p:cNvSpPr>
          <p:nvPr>
            <p:ph type="title"/>
          </p:nvPr>
        </p:nvSpPr>
        <p:spPr>
          <a:xfrm>
            <a:off x="1167492" y="457200"/>
            <a:ext cx="9692640" cy="1371600"/>
          </a:xfrm>
        </p:spPr>
        <p:txBody>
          <a:bodyPr rtlCol="0"/>
          <a:lstStyle>
            <a:defPPr>
              <a:defRPr lang="fr-FR"/>
            </a:defPPr>
          </a:lstStyle>
          <a:p>
            <a:pPr rtl="0"/>
            <a:r>
              <a:rPr lang="fr-FR" dirty="0"/>
              <a:t>Discours dynamique</a:t>
            </a:r>
          </a:p>
        </p:txBody>
      </p:sp>
      <p:sp>
        <p:nvSpPr>
          <p:cNvPr id="4" name="Espace réservé du contenu 3">
            <a:extLst>
              <a:ext uri="{FF2B5EF4-FFF2-40B4-BE49-F238E27FC236}">
                <a16:creationId xmlns:a16="http://schemas.microsoft.com/office/drawing/2014/main" id="{EAE9A705-E123-1C6C-EC93-CEE377B741CC}"/>
              </a:ext>
            </a:extLst>
          </p:cNvPr>
          <p:cNvSpPr>
            <a:spLocks noGrp="1"/>
          </p:cNvSpPr>
          <p:nvPr>
            <p:ph idx="10"/>
          </p:nvPr>
        </p:nvSpPr>
        <p:spPr>
          <a:xfrm>
            <a:off x="1167492" y="2087561"/>
            <a:ext cx="2826537" cy="3890543"/>
          </a:xfrm>
        </p:spPr>
        <p:txBody>
          <a:bodyPr rtlCol="0"/>
          <a:lstStyle>
            <a:defPPr>
              <a:defRPr lang="fr-FR"/>
            </a:defPPr>
          </a:lstStyle>
          <a:p>
            <a:pPr rtl="0"/>
            <a:r>
              <a:rPr lang="fr-FR" dirty="0"/>
              <a:t>Apprenez à insuffler une énergie dans votre discours pour laisser une impression durable</a:t>
            </a:r>
          </a:p>
          <a:p>
            <a:pPr rtl="0"/>
            <a:r>
              <a:rPr lang="fr-FR" dirty="0"/>
              <a:t>L’un des objectifs d’une communication efficace est de motiver votre public</a:t>
            </a:r>
          </a:p>
          <a:p>
            <a:pPr rtl="0"/>
            <a:endParaRPr lang="fr-FR" dirty="0"/>
          </a:p>
        </p:txBody>
      </p:sp>
      <p:graphicFrame>
        <p:nvGraphicFramePr>
          <p:cNvPr id="5" name="Espace réservé du tableau 2">
            <a:extLst>
              <a:ext uri="{FF2B5EF4-FFF2-40B4-BE49-F238E27FC236}">
                <a16:creationId xmlns:a16="http://schemas.microsoft.com/office/drawing/2014/main" id="{FD8D3D14-313E-8ED7-7BE9-2E3D506F17E6}"/>
              </a:ext>
            </a:extLst>
          </p:cNvPr>
          <p:cNvGraphicFramePr>
            <a:graphicFrameLocks noGrp="1"/>
          </p:cNvGraphicFramePr>
          <p:nvPr>
            <p:ph idx="1"/>
            <p:extLst>
              <p:ext uri="{D42A27DB-BD31-4B8C-83A1-F6EECF244321}">
                <p14:modId xmlns:p14="http://schemas.microsoft.com/office/powerpoint/2010/main" val="3769355219"/>
              </p:ext>
            </p:extLst>
          </p:nvPr>
        </p:nvGraphicFramePr>
        <p:xfrm>
          <a:off x="4216400" y="2087563"/>
          <a:ext cx="6771640" cy="4061657"/>
        </p:xfrm>
        <a:graphic>
          <a:graphicData uri="http://schemas.openxmlformats.org/drawingml/2006/table">
            <a:tbl>
              <a:tblPr firstRow="1" bandRow="1">
                <a:tableStyleId>{69012ECD-51FC-41F1-AA8D-1B2483CD663E}</a:tableStyleId>
              </a:tblPr>
              <a:tblGrid>
                <a:gridCol w="1692910">
                  <a:extLst>
                    <a:ext uri="{9D8B030D-6E8A-4147-A177-3AD203B41FA5}">
                      <a16:colId xmlns:a16="http://schemas.microsoft.com/office/drawing/2014/main" val="127040821"/>
                    </a:ext>
                  </a:extLst>
                </a:gridCol>
                <a:gridCol w="1966607">
                  <a:extLst>
                    <a:ext uri="{9D8B030D-6E8A-4147-A177-3AD203B41FA5}">
                      <a16:colId xmlns:a16="http://schemas.microsoft.com/office/drawing/2014/main" val="149845700"/>
                    </a:ext>
                  </a:extLst>
                </a:gridCol>
                <a:gridCol w="1552755">
                  <a:extLst>
                    <a:ext uri="{9D8B030D-6E8A-4147-A177-3AD203B41FA5}">
                      <a16:colId xmlns:a16="http://schemas.microsoft.com/office/drawing/2014/main" val="3119692462"/>
                    </a:ext>
                  </a:extLst>
                </a:gridCol>
                <a:gridCol w="1559368">
                  <a:extLst>
                    <a:ext uri="{9D8B030D-6E8A-4147-A177-3AD203B41FA5}">
                      <a16:colId xmlns:a16="http://schemas.microsoft.com/office/drawing/2014/main" val="3472639139"/>
                    </a:ext>
                  </a:extLst>
                </a:gridCol>
              </a:tblGrid>
              <a:tr h="586937">
                <a:tc>
                  <a:txBody>
                    <a:bodyPr/>
                    <a:lstStyle>
                      <a:defPPr>
                        <a:defRPr lang="fr-FR"/>
                      </a:defPPr>
                    </a:lstStyle>
                    <a:p>
                      <a:pPr algn="ctr" rtl="0"/>
                      <a:r>
                        <a:rPr lang="fr-FR" sz="1800" noProof="0" dirty="0"/>
                        <a:t>Métrique</a:t>
                      </a:r>
                    </a:p>
                  </a:txBody>
                  <a:tcPr anchor="ctr"/>
                </a:tc>
                <a:tc>
                  <a:txBody>
                    <a:bodyPr/>
                    <a:lstStyle>
                      <a:defPPr>
                        <a:defRPr lang="fr-FR"/>
                      </a:defPPr>
                    </a:lstStyle>
                    <a:p>
                      <a:pPr algn="ctr" rtl="0"/>
                      <a:r>
                        <a:rPr lang="fr-FR" sz="1800" noProof="0" dirty="0"/>
                        <a:t>Mesure</a:t>
                      </a:r>
                    </a:p>
                  </a:txBody>
                  <a:tcPr anchor="ctr"/>
                </a:tc>
                <a:tc>
                  <a:txBody>
                    <a:bodyPr/>
                    <a:lstStyle>
                      <a:defPPr>
                        <a:defRPr lang="fr-FR"/>
                      </a:defPPr>
                    </a:lstStyle>
                    <a:p>
                      <a:pPr algn="ctr" rtl="0"/>
                      <a:r>
                        <a:rPr lang="fr-FR" sz="1800" noProof="0" dirty="0"/>
                        <a:t>Cible</a:t>
                      </a:r>
                    </a:p>
                  </a:txBody>
                  <a:tcPr anchor="ctr"/>
                </a:tc>
                <a:tc>
                  <a:txBody>
                    <a:bodyPr/>
                    <a:lstStyle>
                      <a:defPPr>
                        <a:defRPr lang="fr-FR"/>
                      </a:defPPr>
                    </a:lstStyle>
                    <a:p>
                      <a:pPr algn="ctr" rtl="0"/>
                      <a:r>
                        <a:rPr lang="fr-FR" sz="1800" noProof="0" dirty="0"/>
                        <a:t>Réel</a:t>
                      </a:r>
                    </a:p>
                  </a:txBody>
                  <a:tcPr anchor="ctr"/>
                </a:tc>
                <a:extLst>
                  <a:ext uri="{0D108BD9-81ED-4DB2-BD59-A6C34878D82A}">
                    <a16:rowId xmlns:a16="http://schemas.microsoft.com/office/drawing/2014/main" val="3298013591"/>
                  </a:ext>
                </a:extLst>
              </a:tr>
              <a:tr h="612460">
                <a:tc>
                  <a:txBody>
                    <a:bodyPr/>
                    <a:lstStyle>
                      <a:defPPr>
                        <a:defRPr lang="fr-FR"/>
                      </a:defPPr>
                    </a:lstStyle>
                    <a:p>
                      <a:pPr algn="ctr" rtl="0"/>
                      <a:r>
                        <a:rPr lang="fr-FR" noProof="0" dirty="0"/>
                        <a:t>Participation du public</a:t>
                      </a:r>
                    </a:p>
                  </a:txBody>
                  <a:tcPr anchor="ctr"/>
                </a:tc>
                <a:tc>
                  <a:txBody>
                    <a:bodyPr/>
                    <a:lstStyle>
                      <a:defPPr>
                        <a:defRPr lang="fr-FR"/>
                      </a:defPPr>
                    </a:lstStyle>
                    <a:p>
                      <a:pPr algn="ctr" rtl="0"/>
                      <a:r>
                        <a:rPr lang="fr-FR" noProof="0" dirty="0"/>
                        <a:t>Nombre de participants</a:t>
                      </a:r>
                    </a:p>
                  </a:txBody>
                  <a:tcPr anchor="ctr"/>
                </a:tc>
                <a:tc>
                  <a:txBody>
                    <a:bodyPr/>
                    <a:lstStyle>
                      <a:defPPr>
                        <a:defRPr lang="fr-FR"/>
                      </a:defPPr>
                    </a:lstStyle>
                    <a:p>
                      <a:pPr algn="ctr" rtl="0"/>
                      <a:r>
                        <a:rPr lang="fr-FR" noProof="0" dirty="0"/>
                        <a:t>150</a:t>
                      </a:r>
                    </a:p>
                  </a:txBody>
                  <a:tcPr anchor="ctr"/>
                </a:tc>
                <a:tc>
                  <a:txBody>
                    <a:bodyPr/>
                    <a:lstStyle>
                      <a:defPPr>
                        <a:defRPr lang="fr-FR"/>
                      </a:defPPr>
                    </a:lstStyle>
                    <a:p>
                      <a:pPr algn="ctr" rtl="0"/>
                      <a:r>
                        <a:rPr lang="fr-FR" noProof="0" dirty="0"/>
                        <a:t>120</a:t>
                      </a:r>
                    </a:p>
                  </a:txBody>
                  <a:tcPr anchor="ctr"/>
                </a:tc>
                <a:extLst>
                  <a:ext uri="{0D108BD9-81ED-4DB2-BD59-A6C34878D82A}">
                    <a16:rowId xmlns:a16="http://schemas.microsoft.com/office/drawing/2014/main" val="3873867931"/>
                  </a:ext>
                </a:extLst>
              </a:tr>
              <a:tr h="612460">
                <a:tc>
                  <a:txBody>
                    <a:bodyPr/>
                    <a:lstStyle>
                      <a:defPPr>
                        <a:defRPr lang="fr-FR"/>
                      </a:defPPr>
                    </a:lstStyle>
                    <a:p>
                      <a:pPr algn="ctr" rtl="0"/>
                      <a:r>
                        <a:rPr lang="fr-FR" noProof="0" dirty="0"/>
                        <a:t>Durée de l’engagement</a:t>
                      </a:r>
                    </a:p>
                  </a:txBody>
                  <a:tcPr anchor="ctr"/>
                </a:tc>
                <a:tc>
                  <a:txBody>
                    <a:bodyPr/>
                    <a:lstStyle>
                      <a:defPPr>
                        <a:defRPr lang="fr-FR"/>
                      </a:defPPr>
                    </a:lstStyle>
                    <a:p>
                      <a:pPr algn="ctr" rtl="0"/>
                      <a:r>
                        <a:rPr lang="fr-FR" noProof="0" dirty="0"/>
                        <a:t>Minutes</a:t>
                      </a:r>
                    </a:p>
                  </a:txBody>
                  <a:tcPr anchor="ctr"/>
                </a:tc>
                <a:tc>
                  <a:txBody>
                    <a:bodyPr/>
                    <a:lstStyle>
                      <a:defPPr>
                        <a:defRPr lang="fr-FR"/>
                      </a:defPPr>
                    </a:lstStyle>
                    <a:p>
                      <a:pPr algn="ctr" rtl="0"/>
                      <a:r>
                        <a:rPr lang="fr-FR" noProof="0" dirty="0"/>
                        <a:t>60</a:t>
                      </a:r>
                    </a:p>
                  </a:txBody>
                  <a:tcPr anchor="ctr"/>
                </a:tc>
                <a:tc>
                  <a:txBody>
                    <a:bodyPr/>
                    <a:lstStyle>
                      <a:defPPr>
                        <a:defRPr lang="fr-FR"/>
                      </a:defPPr>
                    </a:lstStyle>
                    <a:p>
                      <a:pPr algn="ctr" rtl="0"/>
                      <a:r>
                        <a:rPr lang="fr-FR" noProof="0" dirty="0"/>
                        <a:t>75</a:t>
                      </a:r>
                    </a:p>
                  </a:txBody>
                  <a:tcPr anchor="ctr"/>
                </a:tc>
                <a:extLst>
                  <a:ext uri="{0D108BD9-81ED-4DB2-BD59-A6C34878D82A}">
                    <a16:rowId xmlns:a16="http://schemas.microsoft.com/office/drawing/2014/main" val="85209771"/>
                  </a:ext>
                </a:extLst>
              </a:tr>
              <a:tr h="586937">
                <a:tc>
                  <a:txBody>
                    <a:bodyPr/>
                    <a:lstStyle>
                      <a:defPPr>
                        <a:defRPr lang="fr-FR"/>
                      </a:defPPr>
                    </a:lstStyle>
                    <a:p>
                      <a:pPr algn="ctr" rtl="0"/>
                      <a:r>
                        <a:rPr lang="fr-FR" noProof="0" dirty="0"/>
                        <a:t>Interactions de Q&amp;A</a:t>
                      </a:r>
                    </a:p>
                  </a:txBody>
                  <a:tcPr anchor="ctr"/>
                </a:tc>
                <a:tc>
                  <a:txBody>
                    <a:bodyPr/>
                    <a:lstStyle>
                      <a:defPPr>
                        <a:defRPr lang="fr-FR"/>
                      </a:defPPr>
                    </a:lstStyle>
                    <a:p>
                      <a:pPr algn="ctr" rtl="0"/>
                      <a:r>
                        <a:rPr lang="fr-FR" noProof="0" dirty="0"/>
                        <a:t>Nombre de questions</a:t>
                      </a:r>
                    </a:p>
                  </a:txBody>
                  <a:tcPr anchor="ctr"/>
                </a:tc>
                <a:tc>
                  <a:txBody>
                    <a:bodyPr/>
                    <a:lstStyle>
                      <a:defPPr>
                        <a:defRPr lang="fr-FR"/>
                      </a:defPPr>
                    </a:lstStyle>
                    <a:p>
                      <a:pPr algn="ctr" rtl="0"/>
                      <a:r>
                        <a:rPr lang="fr-FR" noProof="0" dirty="0"/>
                        <a:t>10</a:t>
                      </a:r>
                    </a:p>
                  </a:txBody>
                  <a:tcPr anchor="ctr"/>
                </a:tc>
                <a:tc>
                  <a:txBody>
                    <a:bodyPr/>
                    <a:lstStyle>
                      <a:defPPr>
                        <a:defRPr lang="fr-FR"/>
                      </a:defPPr>
                    </a:lstStyle>
                    <a:p>
                      <a:pPr algn="ctr" rtl="0"/>
                      <a:r>
                        <a:rPr lang="fr-FR" noProof="0" dirty="0"/>
                        <a:t>15</a:t>
                      </a:r>
                    </a:p>
                  </a:txBody>
                  <a:tcPr anchor="ctr"/>
                </a:tc>
                <a:extLst>
                  <a:ext uri="{0D108BD9-81ED-4DB2-BD59-A6C34878D82A}">
                    <a16:rowId xmlns:a16="http://schemas.microsoft.com/office/drawing/2014/main" val="4061031278"/>
                  </a:ext>
                </a:extLst>
              </a:tr>
              <a:tr h="612460">
                <a:tc>
                  <a:txBody>
                    <a:bodyPr/>
                    <a:lstStyle>
                      <a:defPPr>
                        <a:defRPr lang="fr-FR"/>
                      </a:defPPr>
                    </a:lstStyle>
                    <a:p>
                      <a:pPr algn="ctr" rtl="0"/>
                      <a:r>
                        <a:rPr lang="fr-FR" noProof="0" dirty="0"/>
                        <a:t>Commentaires positifs</a:t>
                      </a:r>
                    </a:p>
                  </a:txBody>
                  <a:tcPr anchor="ctr"/>
                </a:tc>
                <a:tc>
                  <a:txBody>
                    <a:bodyPr/>
                    <a:lstStyle>
                      <a:defPPr>
                        <a:defRPr lang="fr-FR"/>
                      </a:defPPr>
                    </a:lstStyle>
                    <a:p>
                      <a:pPr algn="ctr" rtl="0"/>
                      <a:r>
                        <a:rPr lang="fr-FR" noProof="0" dirty="0"/>
                        <a:t>Pourcentage (%)</a:t>
                      </a:r>
                    </a:p>
                  </a:txBody>
                  <a:tcPr anchor="ctr"/>
                </a:tc>
                <a:tc>
                  <a:txBody>
                    <a:bodyPr/>
                    <a:lstStyle>
                      <a:defPPr>
                        <a:defRPr lang="fr-FR"/>
                      </a:defPPr>
                    </a:lstStyle>
                    <a:p>
                      <a:pPr algn="ctr" rtl="0"/>
                      <a:r>
                        <a:rPr lang="fr-FR" noProof="0" dirty="0"/>
                        <a:t>90</a:t>
                      </a:r>
                    </a:p>
                  </a:txBody>
                  <a:tcPr anchor="ctr"/>
                </a:tc>
                <a:tc>
                  <a:txBody>
                    <a:bodyPr/>
                    <a:lstStyle>
                      <a:defPPr>
                        <a:defRPr lang="fr-FR"/>
                      </a:defPPr>
                    </a:lstStyle>
                    <a:p>
                      <a:pPr algn="ctr" rtl="0"/>
                      <a:r>
                        <a:rPr lang="fr-FR" noProof="0" dirty="0"/>
                        <a:t>95</a:t>
                      </a:r>
                    </a:p>
                  </a:txBody>
                  <a:tcPr anchor="ctr"/>
                </a:tc>
                <a:extLst>
                  <a:ext uri="{0D108BD9-81ED-4DB2-BD59-A6C34878D82A}">
                    <a16:rowId xmlns:a16="http://schemas.microsoft.com/office/drawing/2014/main" val="3591840781"/>
                  </a:ext>
                </a:extLst>
              </a:tr>
              <a:tr h="874943">
                <a:tc>
                  <a:txBody>
                    <a:bodyPr/>
                    <a:lstStyle>
                      <a:defPPr>
                        <a:defRPr lang="fr-FR"/>
                      </a:defPPr>
                    </a:lstStyle>
                    <a:p>
                      <a:pPr algn="ctr" rtl="0"/>
                      <a:r>
                        <a:rPr lang="fr-FR" noProof="0" dirty="0"/>
                        <a:t>Taux de rétention des informations</a:t>
                      </a:r>
                    </a:p>
                  </a:txBody>
                  <a:tcPr anchor="ctr"/>
                </a:tc>
                <a:tc>
                  <a:txBody>
                    <a:bodyPr/>
                    <a:lstStyle>
                      <a:defPPr>
                        <a:defRPr lang="fr-FR"/>
                      </a:defPPr>
                    </a:lstStyle>
                    <a:p>
                      <a:pPr algn="ctr" rtl="0"/>
                      <a:r>
                        <a:rPr lang="fr-FR" noProof="0" dirty="0"/>
                        <a:t>Pourcentage (%)</a:t>
                      </a:r>
                    </a:p>
                  </a:txBody>
                  <a:tcPr anchor="ctr"/>
                </a:tc>
                <a:tc>
                  <a:txBody>
                    <a:bodyPr/>
                    <a:lstStyle>
                      <a:defPPr>
                        <a:defRPr lang="fr-FR"/>
                      </a:defPPr>
                    </a:lstStyle>
                    <a:p>
                      <a:pPr algn="ctr" rtl="0"/>
                      <a:r>
                        <a:rPr lang="fr-FR" noProof="0" dirty="0"/>
                        <a:t>80</a:t>
                      </a:r>
                    </a:p>
                  </a:txBody>
                  <a:tcPr anchor="ctr"/>
                </a:tc>
                <a:tc>
                  <a:txBody>
                    <a:bodyPr/>
                    <a:lstStyle>
                      <a:defPPr>
                        <a:defRPr lang="fr-FR"/>
                      </a:defPPr>
                    </a:lstStyle>
                    <a:p>
                      <a:pPr algn="ctr" rtl="0"/>
                      <a:r>
                        <a:rPr lang="fr-FR" noProof="0" dirty="0"/>
                        <a:t>85</a:t>
                      </a:r>
                    </a:p>
                  </a:txBody>
                  <a:tcPr anchor="ctr"/>
                </a:tc>
                <a:extLst>
                  <a:ext uri="{0D108BD9-81ED-4DB2-BD59-A6C34878D82A}">
                    <a16:rowId xmlns:a16="http://schemas.microsoft.com/office/drawing/2014/main" val="335389741"/>
                  </a:ext>
                </a:extLst>
              </a:tr>
            </a:tbl>
          </a:graphicData>
        </a:graphic>
      </p:graphicFrame>
      <p:pic>
        <p:nvPicPr>
          <p:cNvPr id="3" name="Image 2" descr="Une image contenant capture d’écran, Graphique, Police, symbole&#10;&#10;Description générée automatiquement">
            <a:extLst>
              <a:ext uri="{FF2B5EF4-FFF2-40B4-BE49-F238E27FC236}">
                <a16:creationId xmlns:a16="http://schemas.microsoft.com/office/drawing/2014/main" id="{50DBD07F-D602-4C38-B553-E64F2509782E}"/>
              </a:ext>
            </a:extLst>
          </p:cNvPr>
          <p:cNvPicPr>
            <a:picLocks noChangeAspect="1"/>
          </p:cNvPicPr>
          <p:nvPr/>
        </p:nvPicPr>
        <p:blipFill>
          <a:blip r:embed="rId3"/>
          <a:srcRect l="13400" t="31000" r="13400" b="31200"/>
          <a:stretch/>
        </p:blipFill>
        <p:spPr>
          <a:xfrm>
            <a:off x="133350" y="6286578"/>
            <a:ext cx="866775" cy="447597"/>
          </a:xfrm>
          <a:prstGeom prst="rect">
            <a:avLst/>
          </a:prstGeom>
        </p:spPr>
      </p:pic>
    </p:spTree>
    <p:extLst>
      <p:ext uri="{BB962C8B-B14F-4D97-AF65-F5344CB8AC3E}">
        <p14:creationId xmlns:p14="http://schemas.microsoft.com/office/powerpoint/2010/main" val="9079155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DC00FF-6B42-7D84-7831-AACC4E189E93}"/>
              </a:ext>
            </a:extLst>
          </p:cNvPr>
          <p:cNvSpPr>
            <a:spLocks noGrp="1"/>
          </p:cNvSpPr>
          <p:nvPr>
            <p:ph type="title"/>
          </p:nvPr>
        </p:nvSpPr>
        <p:spPr>
          <a:xfrm>
            <a:off x="5549489" y="457199"/>
            <a:ext cx="5943599" cy="1920240"/>
          </a:xfrm>
        </p:spPr>
        <p:txBody>
          <a:bodyPr rtlCol="0"/>
          <a:lstStyle>
            <a:defPPr>
              <a:defRPr lang="fr-FR"/>
            </a:defPPr>
          </a:lstStyle>
          <a:p>
            <a:pPr rtl="0"/>
            <a:r>
              <a:rPr lang="fr-FR" dirty="0"/>
              <a:t>Derniers conseils et points à retenir</a:t>
            </a:r>
          </a:p>
        </p:txBody>
      </p:sp>
      <p:sp>
        <p:nvSpPr>
          <p:cNvPr id="7" name="Espace réservé du contenu 6">
            <a:extLst>
              <a:ext uri="{FF2B5EF4-FFF2-40B4-BE49-F238E27FC236}">
                <a16:creationId xmlns:a16="http://schemas.microsoft.com/office/drawing/2014/main" id="{CC7FC500-BBFB-3AA4-BEDE-038CB94FFF61}"/>
              </a:ext>
            </a:extLst>
          </p:cNvPr>
          <p:cNvSpPr>
            <a:spLocks noGrp="1" noChangeAspect="1"/>
          </p:cNvSpPr>
          <p:nvPr>
            <p:ph idx="17"/>
          </p:nvPr>
        </p:nvSpPr>
        <p:spPr>
          <a:xfrm>
            <a:off x="823108" y="640080"/>
            <a:ext cx="4297680" cy="4297680"/>
          </a:xfrm>
        </p:spPr>
        <p:txBody>
          <a:bodyPr rtlCol="0"/>
          <a:lstStyle>
            <a:defPPr>
              <a:defRPr lang="fr-FR"/>
            </a:defPPr>
          </a:lstStyle>
          <a:p>
            <a:pPr rtl="0"/>
            <a:r>
              <a:rPr lang="fr-FR" dirty="0"/>
              <a:t>Recueillir des commentaires</a:t>
            </a:r>
          </a:p>
          <a:p>
            <a:pPr rtl="0"/>
            <a:r>
              <a:rPr lang="fr-FR" dirty="0"/>
              <a:t>Examiner les performances</a:t>
            </a:r>
          </a:p>
          <a:p>
            <a:pPr rtl="0"/>
            <a:r>
              <a:rPr lang="fr-FR" dirty="0"/>
              <a:t>Explorez de nouvelles techniques</a:t>
            </a:r>
          </a:p>
          <a:p>
            <a:pPr rtl="0"/>
            <a:r>
              <a:rPr lang="fr-FR" dirty="0"/>
              <a:t>Définissez des objectifs personnels</a:t>
            </a:r>
          </a:p>
          <a:p>
            <a:pPr rtl="0"/>
            <a:r>
              <a:rPr lang="fr-FR" dirty="0"/>
              <a:t>Itérer et adapter</a:t>
            </a:r>
          </a:p>
        </p:txBody>
      </p:sp>
      <p:sp>
        <p:nvSpPr>
          <p:cNvPr id="4" name="Espace réservé du contenu 3">
            <a:extLst>
              <a:ext uri="{FF2B5EF4-FFF2-40B4-BE49-F238E27FC236}">
                <a16:creationId xmlns:a16="http://schemas.microsoft.com/office/drawing/2014/main" id="{DE5C7B5A-A5C3-15D4-DF71-B692D28942FC}"/>
              </a:ext>
            </a:extLst>
          </p:cNvPr>
          <p:cNvSpPr>
            <a:spLocks noGrp="1"/>
          </p:cNvSpPr>
          <p:nvPr>
            <p:ph idx="15"/>
          </p:nvPr>
        </p:nvSpPr>
        <p:spPr>
          <a:xfrm>
            <a:off x="5549900" y="2706688"/>
            <a:ext cx="5943600" cy="3382962"/>
          </a:xfrm>
        </p:spPr>
        <p:txBody>
          <a:bodyPr rtlCol="0">
            <a:normAutofit lnSpcReduction="10000"/>
          </a:bodyPr>
          <a:lstStyle>
            <a:defPPr>
              <a:defRPr lang="fr-FR"/>
            </a:defPPr>
          </a:lstStyle>
          <a:p>
            <a:pPr rtl="0"/>
            <a:r>
              <a:rPr lang="fr-FR" dirty="0"/>
              <a:t>Répétition cohérente</a:t>
            </a:r>
          </a:p>
          <a:p>
            <a:pPr lvl="1" rtl="0"/>
            <a:r>
              <a:rPr lang="fr-FR" dirty="0"/>
              <a:t>Renforcez votre connaissance</a:t>
            </a:r>
          </a:p>
          <a:p>
            <a:pPr rtl="0"/>
            <a:r>
              <a:rPr lang="fr-FR" dirty="0"/>
              <a:t>Affiner le style de discours</a:t>
            </a:r>
          </a:p>
          <a:p>
            <a:pPr lvl="1" rtl="0"/>
            <a:r>
              <a:rPr lang="fr-FR" dirty="0"/>
              <a:t>Rythme, ton et accentuation</a:t>
            </a:r>
          </a:p>
          <a:p>
            <a:pPr rtl="0"/>
            <a:r>
              <a:rPr lang="fr-FR" dirty="0"/>
              <a:t>Minutage et transitions</a:t>
            </a:r>
          </a:p>
          <a:p>
            <a:pPr lvl="1" rtl="0"/>
            <a:r>
              <a:rPr lang="fr-FR" dirty="0"/>
              <a:t>Rechercher un discours professionnel et fluide</a:t>
            </a:r>
          </a:p>
          <a:p>
            <a:pPr rtl="0"/>
            <a:r>
              <a:rPr lang="fr-FR" dirty="0"/>
              <a:t>Entraînez-vous à parler en public</a:t>
            </a:r>
          </a:p>
          <a:p>
            <a:pPr lvl="1" rtl="0"/>
            <a:r>
              <a:rPr lang="fr-FR" dirty="0"/>
              <a:t>Solliciter des collègues pour écouter et donner leur avis</a:t>
            </a:r>
          </a:p>
          <a:p>
            <a:pPr lvl="1" rtl="0"/>
            <a:endParaRPr lang="fr-FR" dirty="0"/>
          </a:p>
          <a:p>
            <a:pPr rtl="0"/>
            <a:endParaRPr lang="fr-FR" dirty="0"/>
          </a:p>
        </p:txBody>
      </p:sp>
      <p:pic>
        <p:nvPicPr>
          <p:cNvPr id="3" name="Image 2" descr="Une image contenant capture d’écran, Graphique, Police, symbole&#10;&#10;Description générée automatiquement">
            <a:extLst>
              <a:ext uri="{FF2B5EF4-FFF2-40B4-BE49-F238E27FC236}">
                <a16:creationId xmlns:a16="http://schemas.microsoft.com/office/drawing/2014/main" id="{209A3176-5954-EAF3-6761-DE2EC5FEC3D1}"/>
              </a:ext>
            </a:extLst>
          </p:cNvPr>
          <p:cNvPicPr>
            <a:picLocks noChangeAspect="1"/>
          </p:cNvPicPr>
          <p:nvPr/>
        </p:nvPicPr>
        <p:blipFill>
          <a:blip r:embed="rId3"/>
          <a:srcRect l="13400" t="31000" r="13400" b="31200"/>
          <a:stretch/>
        </p:blipFill>
        <p:spPr>
          <a:xfrm>
            <a:off x="133350" y="6286578"/>
            <a:ext cx="866775" cy="447597"/>
          </a:xfrm>
          <a:prstGeom prst="rect">
            <a:avLst/>
          </a:prstGeom>
        </p:spPr>
      </p:pic>
    </p:spTree>
    <p:extLst>
      <p:ext uri="{BB962C8B-B14F-4D97-AF65-F5344CB8AC3E}">
        <p14:creationId xmlns:p14="http://schemas.microsoft.com/office/powerpoint/2010/main" val="8532610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00786E-306F-FA21-4F87-81A032C68696}"/>
              </a:ext>
            </a:extLst>
          </p:cNvPr>
          <p:cNvSpPr>
            <a:spLocks noGrp="1"/>
          </p:cNvSpPr>
          <p:nvPr>
            <p:ph type="title"/>
          </p:nvPr>
        </p:nvSpPr>
        <p:spPr>
          <a:xfrm>
            <a:off x="1167492" y="136526"/>
            <a:ext cx="9779183" cy="1570038"/>
          </a:xfrm>
        </p:spPr>
        <p:txBody>
          <a:bodyPr rtlCol="0"/>
          <a:lstStyle>
            <a:defPPr>
              <a:defRPr lang="fr-FR"/>
            </a:defPPr>
          </a:lstStyle>
          <a:p>
            <a:pPr rtl="0"/>
            <a:r>
              <a:rPr lang="fr-FR"/>
              <a:t>Mesures d’engagement du discours</a:t>
            </a:r>
          </a:p>
        </p:txBody>
      </p:sp>
      <p:graphicFrame>
        <p:nvGraphicFramePr>
          <p:cNvPr id="4" name="Espace réservé du tableau 3">
            <a:extLst>
              <a:ext uri="{FF2B5EF4-FFF2-40B4-BE49-F238E27FC236}">
                <a16:creationId xmlns:a16="http://schemas.microsoft.com/office/drawing/2014/main" id="{E45D850A-4F58-6F54-953E-5ADC96B2EEB5}"/>
              </a:ext>
            </a:extLst>
          </p:cNvPr>
          <p:cNvGraphicFramePr>
            <a:graphicFrameLocks noGrp="1"/>
          </p:cNvGraphicFramePr>
          <p:nvPr>
            <p:ph idx="1"/>
            <p:extLst>
              <p:ext uri="{D42A27DB-BD31-4B8C-83A1-F6EECF244321}">
                <p14:modId xmlns:p14="http://schemas.microsoft.com/office/powerpoint/2010/main" val="585623026"/>
              </p:ext>
            </p:extLst>
          </p:nvPr>
        </p:nvGraphicFramePr>
        <p:xfrm>
          <a:off x="1166813" y="2084388"/>
          <a:ext cx="9821228" cy="3886200"/>
        </p:xfrm>
        <a:graphic>
          <a:graphicData uri="http://schemas.openxmlformats.org/drawingml/2006/table">
            <a:tbl>
              <a:tblPr firstRow="1" bandRow="1">
                <a:tableStyleId>{69012ECD-51FC-41F1-AA8D-1B2483CD663E}</a:tableStyleId>
              </a:tblPr>
              <a:tblGrid>
                <a:gridCol w="2455307">
                  <a:extLst>
                    <a:ext uri="{9D8B030D-6E8A-4147-A177-3AD203B41FA5}">
                      <a16:colId xmlns:a16="http://schemas.microsoft.com/office/drawing/2014/main" val="2382218087"/>
                    </a:ext>
                  </a:extLst>
                </a:gridCol>
                <a:gridCol w="2455307">
                  <a:extLst>
                    <a:ext uri="{9D8B030D-6E8A-4147-A177-3AD203B41FA5}">
                      <a16:colId xmlns:a16="http://schemas.microsoft.com/office/drawing/2014/main" val="3953468724"/>
                    </a:ext>
                  </a:extLst>
                </a:gridCol>
                <a:gridCol w="2455307">
                  <a:extLst>
                    <a:ext uri="{9D8B030D-6E8A-4147-A177-3AD203B41FA5}">
                      <a16:colId xmlns:a16="http://schemas.microsoft.com/office/drawing/2014/main" val="4277526474"/>
                    </a:ext>
                  </a:extLst>
                </a:gridCol>
                <a:gridCol w="2455307">
                  <a:extLst>
                    <a:ext uri="{9D8B030D-6E8A-4147-A177-3AD203B41FA5}">
                      <a16:colId xmlns:a16="http://schemas.microsoft.com/office/drawing/2014/main" val="2438884888"/>
                    </a:ext>
                  </a:extLst>
                </a:gridCol>
              </a:tblGrid>
              <a:tr h="647700">
                <a:tc>
                  <a:txBody>
                    <a:bodyPr/>
                    <a:lstStyle>
                      <a:defPPr>
                        <a:defRPr lang="fr-FR"/>
                      </a:defPPr>
                    </a:lstStyle>
                    <a:p>
                      <a:pPr algn="ctr" rtl="0"/>
                      <a:r>
                        <a:rPr lang="fr-FR" sz="1800"/>
                        <a:t>Facteur d’impact</a:t>
                      </a:r>
                    </a:p>
                  </a:txBody>
                  <a:tcPr anchor="ctr"/>
                </a:tc>
                <a:tc>
                  <a:txBody>
                    <a:bodyPr/>
                    <a:lstStyle>
                      <a:defPPr>
                        <a:defRPr lang="fr-FR"/>
                      </a:defPPr>
                    </a:lstStyle>
                    <a:p>
                      <a:pPr algn="ctr" rtl="0"/>
                      <a:r>
                        <a:rPr lang="fr-FR" sz="1800"/>
                        <a:t>Mesure</a:t>
                      </a:r>
                    </a:p>
                  </a:txBody>
                  <a:tcPr anchor="ctr"/>
                </a:tc>
                <a:tc>
                  <a:txBody>
                    <a:bodyPr/>
                    <a:lstStyle>
                      <a:defPPr>
                        <a:defRPr lang="fr-FR"/>
                      </a:defPPr>
                    </a:lstStyle>
                    <a:p>
                      <a:pPr algn="ctr" rtl="0"/>
                      <a:r>
                        <a:rPr lang="fr-FR" sz="1800"/>
                        <a:t>Cible</a:t>
                      </a:r>
                    </a:p>
                  </a:txBody>
                  <a:tcPr anchor="ctr"/>
                </a:tc>
                <a:tc>
                  <a:txBody>
                    <a:bodyPr/>
                    <a:lstStyle>
                      <a:defPPr>
                        <a:defRPr lang="fr-FR"/>
                      </a:defPPr>
                    </a:lstStyle>
                    <a:p>
                      <a:pPr algn="ctr" rtl="0"/>
                      <a:r>
                        <a:rPr lang="fr-FR" sz="1800"/>
                        <a:t>Atteint</a:t>
                      </a:r>
                    </a:p>
                  </a:txBody>
                  <a:tcPr anchor="ctr"/>
                </a:tc>
                <a:extLst>
                  <a:ext uri="{0D108BD9-81ED-4DB2-BD59-A6C34878D82A}">
                    <a16:rowId xmlns:a16="http://schemas.microsoft.com/office/drawing/2014/main" val="2857107962"/>
                  </a:ext>
                </a:extLst>
              </a:tr>
              <a:tr h="647700">
                <a:tc>
                  <a:txBody>
                    <a:bodyPr/>
                    <a:lstStyle>
                      <a:defPPr>
                        <a:defRPr lang="fr-FR"/>
                      </a:defPPr>
                    </a:lstStyle>
                    <a:p>
                      <a:pPr algn="ctr" rtl="0"/>
                      <a:r>
                        <a:rPr lang="fr-FR"/>
                        <a:t>Interaction du public</a:t>
                      </a:r>
                    </a:p>
                  </a:txBody>
                  <a:tcPr anchor="ctr"/>
                </a:tc>
                <a:tc>
                  <a:txBody>
                    <a:bodyPr/>
                    <a:lstStyle>
                      <a:defPPr>
                        <a:defRPr lang="fr-FR"/>
                      </a:defPPr>
                    </a:lstStyle>
                    <a:p>
                      <a:pPr algn="ctr" rtl="0"/>
                      <a:r>
                        <a:rPr lang="fr-FR"/>
                        <a:t>Pourcentage (%)</a:t>
                      </a:r>
                    </a:p>
                  </a:txBody>
                  <a:tcPr anchor="ctr"/>
                </a:tc>
                <a:tc>
                  <a:txBody>
                    <a:bodyPr/>
                    <a:lstStyle>
                      <a:defPPr>
                        <a:defRPr lang="fr-FR"/>
                      </a:defPPr>
                    </a:lstStyle>
                    <a:p>
                      <a:pPr algn="ctr" rtl="0"/>
                      <a:r>
                        <a:rPr lang="fr-FR"/>
                        <a:t>85</a:t>
                      </a:r>
                    </a:p>
                  </a:txBody>
                  <a:tcPr anchor="ctr"/>
                </a:tc>
                <a:tc>
                  <a:txBody>
                    <a:bodyPr/>
                    <a:lstStyle>
                      <a:defPPr>
                        <a:defRPr lang="fr-FR"/>
                      </a:defPPr>
                    </a:lstStyle>
                    <a:p>
                      <a:pPr algn="ctr" rtl="0"/>
                      <a:r>
                        <a:rPr lang="fr-FR"/>
                        <a:t>88</a:t>
                      </a:r>
                    </a:p>
                  </a:txBody>
                  <a:tcPr anchor="ctr"/>
                </a:tc>
                <a:extLst>
                  <a:ext uri="{0D108BD9-81ED-4DB2-BD59-A6C34878D82A}">
                    <a16:rowId xmlns:a16="http://schemas.microsoft.com/office/drawing/2014/main" val="1671386868"/>
                  </a:ext>
                </a:extLst>
              </a:tr>
              <a:tr h="647700">
                <a:tc>
                  <a:txBody>
                    <a:bodyPr/>
                    <a:lstStyle>
                      <a:defPPr>
                        <a:defRPr lang="fr-FR"/>
                      </a:defPPr>
                    </a:lstStyle>
                    <a:p>
                      <a:pPr algn="ctr" rtl="0"/>
                      <a:r>
                        <a:rPr lang="fr-FR" dirty="0"/>
                        <a:t>Rétention de connaissances</a:t>
                      </a:r>
                    </a:p>
                  </a:txBody>
                  <a:tcPr anchor="ctr"/>
                </a:tc>
                <a:tc>
                  <a:txBody>
                    <a:bodyPr/>
                    <a:lstStyle>
                      <a:defPPr>
                        <a:defRPr lang="fr-FR"/>
                      </a:defPPr>
                    </a:lstStyle>
                    <a:p>
                      <a:pPr algn="ctr" rtl="0"/>
                      <a:r>
                        <a:rPr lang="fr-FR" dirty="0"/>
                        <a:t>Pourcentage (%)</a:t>
                      </a:r>
                    </a:p>
                  </a:txBody>
                  <a:tcPr anchor="ctr"/>
                </a:tc>
                <a:tc>
                  <a:txBody>
                    <a:bodyPr/>
                    <a:lstStyle>
                      <a:defPPr>
                        <a:defRPr lang="fr-FR"/>
                      </a:defPPr>
                    </a:lstStyle>
                    <a:p>
                      <a:pPr algn="ctr" rtl="0"/>
                      <a:r>
                        <a:rPr lang="fr-FR"/>
                        <a:t>75</a:t>
                      </a:r>
                    </a:p>
                  </a:txBody>
                  <a:tcPr anchor="ctr"/>
                </a:tc>
                <a:tc>
                  <a:txBody>
                    <a:bodyPr/>
                    <a:lstStyle>
                      <a:defPPr>
                        <a:defRPr lang="fr-FR"/>
                      </a:defPPr>
                    </a:lstStyle>
                    <a:p>
                      <a:pPr algn="ctr" rtl="0"/>
                      <a:r>
                        <a:rPr lang="fr-FR"/>
                        <a:t>80</a:t>
                      </a:r>
                    </a:p>
                  </a:txBody>
                  <a:tcPr anchor="ctr"/>
                </a:tc>
                <a:extLst>
                  <a:ext uri="{0D108BD9-81ED-4DB2-BD59-A6C34878D82A}">
                    <a16:rowId xmlns:a16="http://schemas.microsoft.com/office/drawing/2014/main" val="380626418"/>
                  </a:ext>
                </a:extLst>
              </a:tr>
              <a:tr h="647700">
                <a:tc>
                  <a:txBody>
                    <a:bodyPr/>
                    <a:lstStyle>
                      <a:defPPr>
                        <a:defRPr lang="fr-FR"/>
                      </a:defPPr>
                    </a:lstStyle>
                    <a:p>
                      <a:pPr algn="ctr" rtl="0"/>
                      <a:r>
                        <a:rPr lang="fr-FR" dirty="0"/>
                        <a:t>Enquêtes postérieures à la présentation</a:t>
                      </a:r>
                    </a:p>
                  </a:txBody>
                  <a:tcPr anchor="ctr"/>
                </a:tc>
                <a:tc>
                  <a:txBody>
                    <a:bodyPr/>
                    <a:lstStyle>
                      <a:defPPr>
                        <a:defRPr lang="fr-FR"/>
                      </a:defPPr>
                    </a:lstStyle>
                    <a:p>
                      <a:pPr algn="ctr" rtl="0"/>
                      <a:r>
                        <a:rPr lang="fr-FR"/>
                        <a:t>Note moyenne</a:t>
                      </a:r>
                    </a:p>
                  </a:txBody>
                  <a:tcPr anchor="ctr"/>
                </a:tc>
                <a:tc>
                  <a:txBody>
                    <a:bodyPr/>
                    <a:lstStyle>
                      <a:defPPr>
                        <a:defRPr lang="fr-FR"/>
                      </a:defPPr>
                    </a:lstStyle>
                    <a:p>
                      <a:pPr algn="ctr" rtl="0"/>
                      <a:r>
                        <a:rPr lang="fr-FR"/>
                        <a:t>4,2</a:t>
                      </a:r>
                    </a:p>
                  </a:txBody>
                  <a:tcPr anchor="ctr"/>
                </a:tc>
                <a:tc>
                  <a:txBody>
                    <a:bodyPr/>
                    <a:lstStyle>
                      <a:defPPr>
                        <a:defRPr lang="fr-FR"/>
                      </a:defPPr>
                    </a:lstStyle>
                    <a:p>
                      <a:pPr algn="ctr" rtl="0"/>
                      <a:r>
                        <a:rPr lang="fr-FR"/>
                        <a:t>4,5</a:t>
                      </a:r>
                    </a:p>
                  </a:txBody>
                  <a:tcPr anchor="ctr"/>
                </a:tc>
                <a:extLst>
                  <a:ext uri="{0D108BD9-81ED-4DB2-BD59-A6C34878D82A}">
                    <a16:rowId xmlns:a16="http://schemas.microsoft.com/office/drawing/2014/main" val="2132482967"/>
                  </a:ext>
                </a:extLst>
              </a:tr>
              <a:tr h="647700">
                <a:tc>
                  <a:txBody>
                    <a:bodyPr/>
                    <a:lstStyle>
                      <a:defPPr>
                        <a:defRPr lang="fr-FR"/>
                      </a:defPPr>
                    </a:lstStyle>
                    <a:p>
                      <a:pPr algn="ctr" rtl="0"/>
                      <a:r>
                        <a:rPr lang="fr-FR"/>
                        <a:t>Taux de référence</a:t>
                      </a:r>
                    </a:p>
                  </a:txBody>
                  <a:tcPr anchor="ctr"/>
                </a:tc>
                <a:tc>
                  <a:txBody>
                    <a:bodyPr/>
                    <a:lstStyle>
                      <a:defPPr>
                        <a:defRPr lang="fr-FR"/>
                      </a:defPPr>
                    </a:lstStyle>
                    <a:p>
                      <a:pPr algn="ctr" rtl="0"/>
                      <a:r>
                        <a:rPr lang="fr-FR"/>
                        <a:t>Pourcentage (%)</a:t>
                      </a:r>
                    </a:p>
                  </a:txBody>
                  <a:tcPr anchor="ctr"/>
                </a:tc>
                <a:tc>
                  <a:txBody>
                    <a:bodyPr/>
                    <a:lstStyle>
                      <a:defPPr>
                        <a:defRPr lang="fr-FR"/>
                      </a:defPPr>
                    </a:lstStyle>
                    <a:p>
                      <a:pPr algn="ctr" rtl="0"/>
                      <a:r>
                        <a:rPr lang="fr-FR"/>
                        <a:t>10</a:t>
                      </a:r>
                    </a:p>
                  </a:txBody>
                  <a:tcPr anchor="ctr"/>
                </a:tc>
                <a:tc>
                  <a:txBody>
                    <a:bodyPr/>
                    <a:lstStyle>
                      <a:defPPr>
                        <a:defRPr lang="fr-FR"/>
                      </a:defPPr>
                    </a:lstStyle>
                    <a:p>
                      <a:pPr algn="ctr" rtl="0"/>
                      <a:r>
                        <a:rPr lang="fr-FR"/>
                        <a:t>12</a:t>
                      </a:r>
                    </a:p>
                  </a:txBody>
                  <a:tcPr anchor="ctr"/>
                </a:tc>
                <a:extLst>
                  <a:ext uri="{0D108BD9-81ED-4DB2-BD59-A6C34878D82A}">
                    <a16:rowId xmlns:a16="http://schemas.microsoft.com/office/drawing/2014/main" val="3936251906"/>
                  </a:ext>
                </a:extLst>
              </a:tr>
              <a:tr h="647700">
                <a:tc>
                  <a:txBody>
                    <a:bodyPr/>
                    <a:lstStyle>
                      <a:defPPr>
                        <a:defRPr lang="fr-FR"/>
                      </a:defPPr>
                    </a:lstStyle>
                    <a:p>
                      <a:pPr algn="ctr" rtl="0"/>
                      <a:r>
                        <a:rPr lang="fr-FR" dirty="0"/>
                        <a:t>Opportunités de collaboration</a:t>
                      </a:r>
                    </a:p>
                  </a:txBody>
                  <a:tcPr anchor="ctr"/>
                </a:tc>
                <a:tc>
                  <a:txBody>
                    <a:bodyPr/>
                    <a:lstStyle>
                      <a:defPPr>
                        <a:defRPr lang="fr-FR"/>
                      </a:defPPr>
                    </a:lstStyle>
                    <a:p>
                      <a:pPr algn="ctr" rtl="0"/>
                      <a:r>
                        <a:rPr lang="fr-FR"/>
                        <a:t>Nombre d’opportunités</a:t>
                      </a:r>
                    </a:p>
                  </a:txBody>
                  <a:tcPr anchor="ctr"/>
                </a:tc>
                <a:tc>
                  <a:txBody>
                    <a:bodyPr/>
                    <a:lstStyle>
                      <a:defPPr>
                        <a:defRPr lang="fr-FR"/>
                      </a:defPPr>
                    </a:lstStyle>
                    <a:p>
                      <a:pPr algn="ctr" rtl="0"/>
                      <a:r>
                        <a:rPr lang="fr-FR"/>
                        <a:t>8</a:t>
                      </a:r>
                    </a:p>
                  </a:txBody>
                  <a:tcPr anchor="ctr"/>
                </a:tc>
                <a:tc>
                  <a:txBody>
                    <a:bodyPr/>
                    <a:lstStyle>
                      <a:defPPr>
                        <a:defRPr lang="fr-FR"/>
                      </a:defPPr>
                    </a:lstStyle>
                    <a:p>
                      <a:pPr algn="ctr" rtl="0"/>
                      <a:r>
                        <a:rPr lang="fr-FR" dirty="0"/>
                        <a:t>10</a:t>
                      </a:r>
                    </a:p>
                  </a:txBody>
                  <a:tcPr anchor="ctr"/>
                </a:tc>
                <a:extLst>
                  <a:ext uri="{0D108BD9-81ED-4DB2-BD59-A6C34878D82A}">
                    <a16:rowId xmlns:a16="http://schemas.microsoft.com/office/drawing/2014/main" val="568537164"/>
                  </a:ext>
                </a:extLst>
              </a:tr>
            </a:tbl>
          </a:graphicData>
        </a:graphic>
      </p:graphicFrame>
      <p:pic>
        <p:nvPicPr>
          <p:cNvPr id="3" name="Image 2" descr="Une image contenant capture d’écran, Graphique, Police, symbole&#10;&#10;Description générée automatiquement">
            <a:extLst>
              <a:ext uri="{FF2B5EF4-FFF2-40B4-BE49-F238E27FC236}">
                <a16:creationId xmlns:a16="http://schemas.microsoft.com/office/drawing/2014/main" id="{417FFB95-8F05-1FDC-9AC0-DA3B6C74DF6D}"/>
              </a:ext>
            </a:extLst>
          </p:cNvPr>
          <p:cNvPicPr>
            <a:picLocks noChangeAspect="1"/>
          </p:cNvPicPr>
          <p:nvPr/>
        </p:nvPicPr>
        <p:blipFill>
          <a:blip r:embed="rId3"/>
          <a:srcRect l="13400" t="31000" r="13400" b="31200"/>
          <a:stretch/>
        </p:blipFill>
        <p:spPr>
          <a:xfrm>
            <a:off x="133350" y="6286578"/>
            <a:ext cx="866775" cy="447597"/>
          </a:xfrm>
          <a:prstGeom prst="rect">
            <a:avLst/>
          </a:prstGeom>
        </p:spPr>
      </p:pic>
    </p:spTree>
    <p:extLst>
      <p:ext uri="{BB962C8B-B14F-4D97-AF65-F5344CB8AC3E}">
        <p14:creationId xmlns:p14="http://schemas.microsoft.com/office/powerpoint/2010/main" val="16781633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81C753FD-96EC-101A-B8A4-5F69A189BEF4}"/>
              </a:ext>
            </a:extLst>
          </p:cNvPr>
          <p:cNvSpPr>
            <a:spLocks noGrp="1"/>
          </p:cNvSpPr>
          <p:nvPr>
            <p:ph type="ctrTitle"/>
          </p:nvPr>
        </p:nvSpPr>
        <p:spPr>
          <a:xfrm>
            <a:off x="1167494" y="252549"/>
            <a:ext cx="6220278" cy="3262811"/>
          </a:xfrm>
        </p:spPr>
        <p:txBody>
          <a:bodyPr rtlCol="0"/>
          <a:lstStyle>
            <a:defPPr>
              <a:defRPr lang="fr-FR"/>
            </a:defPPr>
          </a:lstStyle>
          <a:p>
            <a:pPr rtl="0"/>
            <a:r>
              <a:rPr lang="fr-FR"/>
              <a:t>Merci</a:t>
            </a:r>
          </a:p>
        </p:txBody>
      </p:sp>
      <p:sp>
        <p:nvSpPr>
          <p:cNvPr id="5" name="Sous-titre 4">
            <a:extLst>
              <a:ext uri="{FF2B5EF4-FFF2-40B4-BE49-F238E27FC236}">
                <a16:creationId xmlns:a16="http://schemas.microsoft.com/office/drawing/2014/main" id="{67BB04B7-47A4-741B-59E0-F0E6F2126E8F}"/>
              </a:ext>
            </a:extLst>
          </p:cNvPr>
          <p:cNvSpPr>
            <a:spLocks noGrp="1"/>
          </p:cNvSpPr>
          <p:nvPr>
            <p:ph type="subTitle" idx="1"/>
          </p:nvPr>
        </p:nvSpPr>
        <p:spPr>
          <a:xfrm>
            <a:off x="1167493" y="3685939"/>
            <a:ext cx="6220277" cy="2919512"/>
          </a:xfrm>
        </p:spPr>
        <p:txBody>
          <a:bodyPr rtlCol="0"/>
          <a:lstStyle>
            <a:defPPr>
              <a:defRPr lang="fr-FR"/>
            </a:defPPr>
          </a:lstStyle>
          <a:p>
            <a:pPr rtl="0"/>
            <a:r>
              <a:rPr lang="fr-FR"/>
              <a:t>Brita Tamm​</a:t>
            </a:r>
          </a:p>
          <a:p>
            <a:pPr rtl="0"/>
            <a:r>
              <a:rPr lang="fr-FR"/>
              <a:t>502-555-0152</a:t>
            </a:r>
          </a:p>
          <a:p>
            <a:pPr rtl="0"/>
            <a:r>
              <a:rPr lang="fr-FR"/>
              <a:t>brita@firstupconsultants.com</a:t>
            </a:r>
          </a:p>
          <a:p>
            <a:pPr rtl="0"/>
            <a:r>
              <a:rPr lang="fr-FR"/>
              <a:t>www.firstupconsultants.com</a:t>
            </a:r>
          </a:p>
        </p:txBody>
      </p:sp>
      <p:pic>
        <p:nvPicPr>
          <p:cNvPr id="2" name="Image 1" descr="Une image contenant capture d’écran, Graphique, Police, symbole&#10;&#10;Description générée automatiquement">
            <a:extLst>
              <a:ext uri="{FF2B5EF4-FFF2-40B4-BE49-F238E27FC236}">
                <a16:creationId xmlns:a16="http://schemas.microsoft.com/office/drawing/2014/main" id="{CA22F0A2-E2E1-1DB1-C39E-FCB738314242}"/>
              </a:ext>
            </a:extLst>
          </p:cNvPr>
          <p:cNvPicPr>
            <a:picLocks noChangeAspect="1"/>
          </p:cNvPicPr>
          <p:nvPr/>
        </p:nvPicPr>
        <p:blipFill>
          <a:blip r:embed="rId3"/>
          <a:srcRect l="13400" t="31000" r="13400" b="31200"/>
          <a:stretch/>
        </p:blipFill>
        <p:spPr>
          <a:xfrm>
            <a:off x="133350" y="6286578"/>
            <a:ext cx="866775" cy="447597"/>
          </a:xfrm>
          <a:prstGeom prst="rect">
            <a:avLst/>
          </a:prstGeom>
        </p:spPr>
      </p:pic>
    </p:spTree>
    <p:extLst>
      <p:ext uri="{BB962C8B-B14F-4D97-AF65-F5344CB8AC3E}">
        <p14:creationId xmlns:p14="http://schemas.microsoft.com/office/powerpoint/2010/main" val="1609673525"/>
      </p:ext>
    </p:extLst>
  </p:cSld>
  <p:clrMapOvr>
    <a:masterClrMapping/>
  </p:clrMapOvr>
</p:sld>
</file>

<file path=ppt/theme/theme1.xml><?xml version="1.0" encoding="utf-8"?>
<a:theme xmlns:a="http://schemas.openxmlformats.org/drawingml/2006/main" name="Personnalisé">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3135354_TF45331398_Win32" id="{C5EE15C2-F5A4-4765-8CC2-D658FE393FBC}" vid="{03207F67-BCF6-498B-8870-4FA7CB04C4B8}"/>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5A8381C-73EB-48EA-B45F-7B7C8C7DF409}">
  <ds:schemaRefs>
    <ds:schemaRef ds:uri="http://schemas.microsoft.com/sharepoint/v3/contenttype/forms"/>
  </ds:schemaRefs>
</ds:datastoreItem>
</file>

<file path=customXml/itemProps2.xml><?xml version="1.0" encoding="utf-8"?>
<ds:datastoreItem xmlns:ds="http://schemas.openxmlformats.org/officeDocument/2006/customXml" ds:itemID="{5AA6A711-2C3F-4EC0-B88B-62D7408511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1E98C35-9ECE-4425-BCBA-00E118C705C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Présentation universelle</Template>
  <TotalTime>478</TotalTime>
  <Words>822</Words>
  <Application>Microsoft Office PowerPoint</Application>
  <PresentationFormat>Grand écran</PresentationFormat>
  <Paragraphs>201</Paragraphs>
  <Slides>34</Slides>
  <Notes>34</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34</vt:i4>
      </vt:variant>
    </vt:vector>
  </HeadingPairs>
  <TitlesOfParts>
    <vt:vector size="38" baseType="lpstr">
      <vt:lpstr>Arial</vt:lpstr>
      <vt:lpstr>Calibri</vt:lpstr>
      <vt:lpstr>Tenorite</vt:lpstr>
      <vt:lpstr>Personnalisé</vt:lpstr>
      <vt:lpstr>TP– Gestion des dépôts Linux</vt:lpstr>
      <vt:lpstr>Objectif :</vt:lpstr>
      <vt:lpstr> </vt:lpstr>
      <vt:lpstr>Mini-projet : Webmin</vt:lpstr>
      <vt:lpstr>Mini-projet : Webmin</vt:lpstr>
      <vt:lpstr>Mini-projet : Webmin</vt:lpstr>
      <vt:lpstr>Mini-projet : Webmin</vt:lpstr>
      <vt:lpstr>Mini-projet : Webmin</vt:lpstr>
      <vt:lpstr>Mini-projet : Webmin</vt:lpstr>
      <vt:lpstr>Mini-projet : Webmin</vt:lpstr>
      <vt:lpstr>Mini-projet : Webmin</vt:lpstr>
      <vt:lpstr>Mini-projet : Webmin</vt:lpstr>
      <vt:lpstr>  </vt:lpstr>
      <vt:lpstr>Mini-projet : Cockpit</vt:lpstr>
      <vt:lpstr>Mini-projet : Cockpit</vt:lpstr>
      <vt:lpstr>Mini-projet : Cockpit</vt:lpstr>
      <vt:lpstr>Mini-projet : Cockpit</vt:lpstr>
      <vt:lpstr>Mini-projet : Cockpit</vt:lpstr>
      <vt:lpstr>Mini-projet : Cockpit</vt:lpstr>
      <vt:lpstr>Mini-projet : Cockpit</vt:lpstr>
      <vt:lpstr>Mini-projet : Cockpit</vt:lpstr>
      <vt:lpstr>Présentation PowerPoint</vt:lpstr>
      <vt:lpstr>Présentation PowerPoint</vt:lpstr>
      <vt:lpstr>Présentation PowerPoint</vt:lpstr>
      <vt:lpstr>Présentation PowerPoint</vt:lpstr>
      <vt:lpstr>Suscitez l’intérêt du public</vt:lpstr>
      <vt:lpstr>Sélection d’aides visuelles</vt:lpstr>
      <vt:lpstr>Techniques de livraison efficaces</vt:lpstr>
      <vt:lpstr>Navigation dans les sessions questions et réponses</vt:lpstr>
      <vt:lpstr>Impact de l’élocution </vt:lpstr>
      <vt:lpstr>Discours dynamique</vt:lpstr>
      <vt:lpstr>Derniers conseils et points à retenir</vt:lpstr>
      <vt:lpstr>Mesures d’engagement du discours</vt:lpstr>
      <vt:lpstr>Merci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Nathan CASTRO</dc:creator>
  <cp:lastModifiedBy>Nathan Castro</cp:lastModifiedBy>
  <cp:revision>6</cp:revision>
  <dcterms:created xsi:type="dcterms:W3CDTF">2024-11-15T07:14:39Z</dcterms:created>
  <dcterms:modified xsi:type="dcterms:W3CDTF">2025-01-17T09:58:09Z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